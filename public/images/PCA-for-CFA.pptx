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handoutMasterIdLst>
    <p:handoutMasterId r:id="rId23"/>
  </p:handoutMasterIdLst>
  <p:sldIdLst>
    <p:sldId id="682" r:id="rId2"/>
    <p:sldId id="633" r:id="rId3"/>
    <p:sldId id="835" r:id="rId4"/>
    <p:sldId id="846" r:id="rId5"/>
    <p:sldId id="847" r:id="rId6"/>
    <p:sldId id="848" r:id="rId7"/>
    <p:sldId id="849" r:id="rId8"/>
    <p:sldId id="872" r:id="rId9"/>
    <p:sldId id="863" r:id="rId10"/>
    <p:sldId id="864" r:id="rId11"/>
    <p:sldId id="857" r:id="rId12"/>
    <p:sldId id="865" r:id="rId13"/>
    <p:sldId id="866" r:id="rId14"/>
    <p:sldId id="858" r:id="rId15"/>
    <p:sldId id="867" r:id="rId16"/>
    <p:sldId id="868" r:id="rId17"/>
    <p:sldId id="869" r:id="rId18"/>
    <p:sldId id="870" r:id="rId19"/>
    <p:sldId id="871" r:id="rId20"/>
    <p:sldId id="860" r:id="rId21"/>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Calisto MT" panose="02040603050505030304" pitchFamily="18"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sto MT" panose="02040603050505030304" pitchFamily="18"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sto MT" panose="02040603050505030304" pitchFamily="18"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sto MT" panose="02040603050505030304" pitchFamily="18"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sto MT" panose="02040603050505030304" pitchFamily="18" charset="0"/>
        <a:ea typeface="MS PGothic" panose="020B0600070205080204" pitchFamily="34" charset="-128"/>
        <a:cs typeface="+mn-cs"/>
      </a:defRPr>
    </a:lvl5pPr>
    <a:lvl6pPr marL="2286000" algn="l" defTabSz="914400" rtl="0" eaLnBrk="1" latinLnBrk="0" hangingPunct="1">
      <a:defRPr kern="1200">
        <a:solidFill>
          <a:schemeClr val="tx1"/>
        </a:solidFill>
        <a:latin typeface="Calisto MT" panose="02040603050505030304" pitchFamily="18" charset="0"/>
        <a:ea typeface="MS PGothic" panose="020B0600070205080204" pitchFamily="34" charset="-128"/>
        <a:cs typeface="+mn-cs"/>
      </a:defRPr>
    </a:lvl6pPr>
    <a:lvl7pPr marL="2743200" algn="l" defTabSz="914400" rtl="0" eaLnBrk="1" latinLnBrk="0" hangingPunct="1">
      <a:defRPr kern="1200">
        <a:solidFill>
          <a:schemeClr val="tx1"/>
        </a:solidFill>
        <a:latin typeface="Calisto MT" panose="02040603050505030304" pitchFamily="18" charset="0"/>
        <a:ea typeface="MS PGothic" panose="020B0600070205080204" pitchFamily="34" charset="-128"/>
        <a:cs typeface="+mn-cs"/>
      </a:defRPr>
    </a:lvl7pPr>
    <a:lvl8pPr marL="3200400" algn="l" defTabSz="914400" rtl="0" eaLnBrk="1" latinLnBrk="0" hangingPunct="1">
      <a:defRPr kern="1200">
        <a:solidFill>
          <a:schemeClr val="tx1"/>
        </a:solidFill>
        <a:latin typeface="Calisto MT" panose="02040603050505030304" pitchFamily="18" charset="0"/>
        <a:ea typeface="MS PGothic" panose="020B0600070205080204" pitchFamily="34" charset="-128"/>
        <a:cs typeface="+mn-cs"/>
      </a:defRPr>
    </a:lvl8pPr>
    <a:lvl9pPr marL="3657600" algn="l" defTabSz="914400" rtl="0" eaLnBrk="1" latinLnBrk="0" hangingPunct="1">
      <a:defRPr kern="1200">
        <a:solidFill>
          <a:schemeClr val="tx1"/>
        </a:solidFill>
        <a:latin typeface="Calisto MT" panose="0204060305050503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clrMode="bw"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0" autoAdjust="0"/>
    <p:restoredTop sz="87411" autoAdjust="0"/>
  </p:normalViewPr>
  <p:slideViewPr>
    <p:cSldViewPr snapToGrid="0" snapToObjects="1">
      <p:cViewPr varScale="1">
        <p:scale>
          <a:sx n="60" d="100"/>
          <a:sy n="60" d="100"/>
        </p:scale>
        <p:origin x="1292"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p:scale>
          <a:sx n="110" d="100"/>
          <a:sy n="110" d="100"/>
        </p:scale>
        <p:origin x="-1398" y="846"/>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A80C58-3E30-4C92-884F-6EE8C877A38C}" type="doc">
      <dgm:prSet loTypeId="urn:microsoft.com/office/officeart/2008/layout/VerticalCurvedList" loCatId="list" qsTypeId="urn:microsoft.com/office/officeart/2005/8/quickstyle/simple1" qsCatId="simple" csTypeId="urn:microsoft.com/office/officeart/2005/8/colors/colorful3" csCatId="colorful" phldr="1"/>
      <dgm:spPr/>
      <dgm:t>
        <a:bodyPr/>
        <a:lstStyle/>
        <a:p>
          <a:endParaRPr lang="en-US"/>
        </a:p>
      </dgm:t>
    </dgm:pt>
    <dgm:pt modelId="{6014B070-94B6-443F-9BA8-27A4DF3D823B}">
      <dgm:prSet/>
      <dgm:spPr/>
      <dgm:t>
        <a:bodyPr/>
        <a:lstStyle/>
        <a:p>
          <a:pPr rtl="0"/>
          <a:r>
            <a:rPr lang="en-US" b="1" dirty="0" smtClean="0"/>
            <a:t>II. </a:t>
          </a:r>
          <a:r>
            <a:rPr lang="en-US" b="1" dirty="0" smtClean="0">
              <a:solidFill>
                <a:schemeClr val="bg1"/>
              </a:solidFill>
              <a:latin typeface="Times New Roman" pitchFamily="18" charset="0"/>
              <a:ea typeface="+mj-ea"/>
              <a:cs typeface="Times New Roman" pitchFamily="18" charset="0"/>
            </a:rPr>
            <a:t>Objectives of PCA</a:t>
          </a:r>
          <a:endParaRPr lang="en-US" dirty="0">
            <a:solidFill>
              <a:schemeClr val="bg1"/>
            </a:solidFill>
          </a:endParaRPr>
        </a:p>
      </dgm:t>
    </dgm:pt>
    <dgm:pt modelId="{3245B27A-CAD8-4BBE-BCDF-D95CDCAF1EC8}" type="parTrans" cxnId="{D7BDA2A5-0B55-4566-9D0B-6420A9042F90}">
      <dgm:prSet/>
      <dgm:spPr/>
      <dgm:t>
        <a:bodyPr/>
        <a:lstStyle/>
        <a:p>
          <a:endParaRPr lang="en-US"/>
        </a:p>
      </dgm:t>
    </dgm:pt>
    <dgm:pt modelId="{BD4D252B-A104-4956-B6E8-D028541B03BF}" type="sibTrans" cxnId="{D7BDA2A5-0B55-4566-9D0B-6420A9042F90}">
      <dgm:prSet/>
      <dgm:spPr/>
      <dgm:t>
        <a:bodyPr/>
        <a:lstStyle/>
        <a:p>
          <a:endParaRPr lang="en-US"/>
        </a:p>
      </dgm:t>
    </dgm:pt>
    <dgm:pt modelId="{305DEC4A-B69B-44C5-B1D4-30E212DDE56E}">
      <dgm:prSet/>
      <dgm:spPr/>
      <dgm:t>
        <a:bodyPr/>
        <a:lstStyle/>
        <a:p>
          <a:pPr rtl="0"/>
          <a:r>
            <a:rPr lang="en-US" b="1" dirty="0" smtClean="0"/>
            <a:t>III. </a:t>
          </a:r>
          <a:r>
            <a:rPr lang="en-US" b="1" dirty="0" smtClean="0">
              <a:solidFill>
                <a:schemeClr val="bg1"/>
              </a:solidFill>
              <a:latin typeface="Times New Roman" pitchFamily="18" charset="0"/>
              <a:ea typeface="+mj-ea"/>
              <a:cs typeface="Times New Roman" pitchFamily="18" charset="0"/>
            </a:rPr>
            <a:t>Legal </a:t>
          </a:r>
          <a:r>
            <a:rPr lang="en-US" altLang="zh-CN" b="1" dirty="0" smtClean="0">
              <a:solidFill>
                <a:schemeClr val="bg1"/>
              </a:solidFill>
              <a:latin typeface="Times New Roman" pitchFamily="18" charset="0"/>
              <a:ea typeface="+mj-ea"/>
              <a:cs typeface="Times New Roman" pitchFamily="18" charset="0"/>
            </a:rPr>
            <a:t>Support</a:t>
          </a:r>
          <a:endParaRPr lang="en-US" dirty="0">
            <a:solidFill>
              <a:schemeClr val="bg1"/>
            </a:solidFill>
          </a:endParaRPr>
        </a:p>
      </dgm:t>
    </dgm:pt>
    <dgm:pt modelId="{51875BB7-0930-4118-B7D6-D1F648CC3824}" type="parTrans" cxnId="{7CA00DA3-03C6-4412-9095-4A339566109C}">
      <dgm:prSet/>
      <dgm:spPr/>
      <dgm:t>
        <a:bodyPr/>
        <a:lstStyle/>
        <a:p>
          <a:endParaRPr lang="en-US"/>
        </a:p>
      </dgm:t>
    </dgm:pt>
    <dgm:pt modelId="{32CB3D7D-2967-40A7-92A6-50E931ACFAA6}" type="sibTrans" cxnId="{7CA00DA3-03C6-4412-9095-4A339566109C}">
      <dgm:prSet/>
      <dgm:spPr/>
      <dgm:t>
        <a:bodyPr/>
        <a:lstStyle/>
        <a:p>
          <a:endParaRPr lang="en-US"/>
        </a:p>
      </dgm:t>
    </dgm:pt>
    <dgm:pt modelId="{82EAB9FA-8461-4A4B-952C-98DFB898E551}">
      <dgm:prSet/>
      <dgm:spPr/>
      <dgm:t>
        <a:bodyPr/>
        <a:lstStyle/>
        <a:p>
          <a:pPr rtl="0"/>
          <a:r>
            <a:rPr lang="en-US" b="1" dirty="0" smtClean="0"/>
            <a:t>I. </a:t>
          </a:r>
          <a:r>
            <a:rPr lang="en-US" b="1" dirty="0" smtClean="0">
              <a:solidFill>
                <a:schemeClr val="bg1"/>
              </a:solidFill>
              <a:latin typeface="Times New Roman" pitchFamily="18" charset="0"/>
              <a:ea typeface="+mj-ea"/>
              <a:cs typeface="Times New Roman" pitchFamily="18" charset="0"/>
            </a:rPr>
            <a:t>Introduction</a:t>
          </a:r>
          <a:endParaRPr lang="en-US" b="1" dirty="0">
            <a:solidFill>
              <a:schemeClr val="bg1"/>
            </a:solidFill>
            <a:latin typeface="Times New Roman" pitchFamily="18" charset="0"/>
            <a:ea typeface="+mj-ea"/>
            <a:cs typeface="Times New Roman" pitchFamily="18" charset="0"/>
          </a:endParaRPr>
        </a:p>
      </dgm:t>
    </dgm:pt>
    <dgm:pt modelId="{71DE8929-2A0C-4B57-85AC-74AB55D4E382}" type="parTrans" cxnId="{9E9CDEA1-7576-4A5B-B5D8-3396BEF99887}">
      <dgm:prSet/>
      <dgm:spPr/>
      <dgm:t>
        <a:bodyPr/>
        <a:lstStyle/>
        <a:p>
          <a:endParaRPr lang="en-US"/>
        </a:p>
      </dgm:t>
    </dgm:pt>
    <dgm:pt modelId="{685E1865-81E9-42A9-BDCF-10C8AE988287}" type="sibTrans" cxnId="{9E9CDEA1-7576-4A5B-B5D8-3396BEF99887}">
      <dgm:prSet/>
      <dgm:spPr/>
      <dgm:t>
        <a:bodyPr/>
        <a:lstStyle/>
        <a:p>
          <a:endParaRPr lang="en-US"/>
        </a:p>
      </dgm:t>
    </dgm:pt>
    <dgm:pt modelId="{EC8A6627-41A0-42F3-B206-8762E4B98A06}">
      <dgm:prSet/>
      <dgm:spPr/>
      <dgm:t>
        <a:bodyPr/>
        <a:lstStyle/>
        <a:p>
          <a:pPr rtl="0"/>
          <a:r>
            <a:rPr lang="en-US" b="1" dirty="0" smtClean="0"/>
            <a:t>IV. </a:t>
          </a:r>
          <a:r>
            <a:rPr lang="en-US" b="1" dirty="0" smtClean="0">
              <a:solidFill>
                <a:schemeClr val="bg1"/>
              </a:solidFill>
              <a:latin typeface="Times New Roman" pitchFamily="18" charset="0"/>
              <a:cs typeface="Times New Roman" pitchFamily="18" charset="0"/>
            </a:rPr>
            <a:t>Right of Auditor and Auditee</a:t>
          </a:r>
          <a:endParaRPr lang="en-US" dirty="0">
            <a:solidFill>
              <a:schemeClr val="bg1"/>
            </a:solidFill>
          </a:endParaRPr>
        </a:p>
      </dgm:t>
    </dgm:pt>
    <dgm:pt modelId="{36F9CE88-D8DE-431F-BC8B-52747E536521}" type="parTrans" cxnId="{922C0CE7-8B21-48C0-8398-9C7502A7E409}">
      <dgm:prSet/>
      <dgm:spPr/>
      <dgm:t>
        <a:bodyPr/>
        <a:lstStyle/>
        <a:p>
          <a:endParaRPr lang="en-US"/>
        </a:p>
      </dgm:t>
    </dgm:pt>
    <dgm:pt modelId="{9FA7B3F9-975D-4B74-91CE-23A37B8773AB}" type="sibTrans" cxnId="{922C0CE7-8B21-48C0-8398-9C7502A7E409}">
      <dgm:prSet/>
      <dgm:spPr/>
      <dgm:t>
        <a:bodyPr/>
        <a:lstStyle/>
        <a:p>
          <a:endParaRPr lang="en-US"/>
        </a:p>
      </dgm:t>
    </dgm:pt>
    <dgm:pt modelId="{2FFD36D0-B1A1-409B-82BF-A93C87CA56C8}">
      <dgm:prSet/>
      <dgm:spPr/>
      <dgm:t>
        <a:bodyPr/>
        <a:lstStyle/>
        <a:p>
          <a:pPr rtl="0"/>
          <a:r>
            <a:rPr lang="en-US" b="1" dirty="0" smtClean="0"/>
            <a:t>V. </a:t>
          </a:r>
          <a:r>
            <a:rPr lang="en-US" b="1" dirty="0" smtClean="0">
              <a:solidFill>
                <a:schemeClr val="bg1"/>
              </a:solidFill>
              <a:latin typeface="Times New Roman" pitchFamily="18" charset="0"/>
              <a:ea typeface="+mj-ea"/>
              <a:cs typeface="Times New Roman" pitchFamily="18" charset="0"/>
            </a:rPr>
            <a:t>Flow of PCA</a:t>
          </a:r>
          <a:endParaRPr lang="en-US" dirty="0">
            <a:solidFill>
              <a:schemeClr val="bg1"/>
            </a:solidFill>
          </a:endParaRPr>
        </a:p>
      </dgm:t>
    </dgm:pt>
    <dgm:pt modelId="{5523783F-0ADE-450C-A02C-410D1FBE7FA9}" type="parTrans" cxnId="{06DEC22B-4397-4017-9D12-73CD4D30942D}">
      <dgm:prSet/>
      <dgm:spPr/>
      <dgm:t>
        <a:bodyPr/>
        <a:lstStyle/>
        <a:p>
          <a:endParaRPr lang="en-US"/>
        </a:p>
      </dgm:t>
    </dgm:pt>
    <dgm:pt modelId="{B9E659B6-2C1B-4F84-B0DD-2E2DBB0E0362}" type="sibTrans" cxnId="{06DEC22B-4397-4017-9D12-73CD4D30942D}">
      <dgm:prSet/>
      <dgm:spPr/>
      <dgm:t>
        <a:bodyPr/>
        <a:lstStyle/>
        <a:p>
          <a:endParaRPr lang="en-US"/>
        </a:p>
      </dgm:t>
    </dgm:pt>
    <dgm:pt modelId="{AABE1316-8C01-4122-BFE2-5FA29BF1579E}" type="pres">
      <dgm:prSet presAssocID="{75A80C58-3E30-4C92-884F-6EE8C877A38C}" presName="Name0" presStyleCnt="0">
        <dgm:presLayoutVars>
          <dgm:chMax val="7"/>
          <dgm:chPref val="7"/>
          <dgm:dir/>
        </dgm:presLayoutVars>
      </dgm:prSet>
      <dgm:spPr/>
      <dgm:t>
        <a:bodyPr/>
        <a:lstStyle/>
        <a:p>
          <a:endParaRPr lang="en-US"/>
        </a:p>
      </dgm:t>
    </dgm:pt>
    <dgm:pt modelId="{D38FF311-AFFB-4216-A963-8619D13D4ADC}" type="pres">
      <dgm:prSet presAssocID="{75A80C58-3E30-4C92-884F-6EE8C877A38C}" presName="Name1" presStyleCnt="0"/>
      <dgm:spPr/>
    </dgm:pt>
    <dgm:pt modelId="{41795137-36D8-4487-9D5E-98DC6738A7C4}" type="pres">
      <dgm:prSet presAssocID="{75A80C58-3E30-4C92-884F-6EE8C877A38C}" presName="cycle" presStyleCnt="0"/>
      <dgm:spPr/>
    </dgm:pt>
    <dgm:pt modelId="{903845A8-0A22-487F-B658-827CA53143B8}" type="pres">
      <dgm:prSet presAssocID="{75A80C58-3E30-4C92-884F-6EE8C877A38C}" presName="srcNode" presStyleLbl="node1" presStyleIdx="0" presStyleCnt="5"/>
      <dgm:spPr/>
    </dgm:pt>
    <dgm:pt modelId="{41B1740C-F485-43FF-B234-08B0742A28FE}" type="pres">
      <dgm:prSet presAssocID="{75A80C58-3E30-4C92-884F-6EE8C877A38C}" presName="conn" presStyleLbl="parChTrans1D2" presStyleIdx="0" presStyleCnt="1"/>
      <dgm:spPr/>
      <dgm:t>
        <a:bodyPr/>
        <a:lstStyle/>
        <a:p>
          <a:endParaRPr lang="en-US"/>
        </a:p>
      </dgm:t>
    </dgm:pt>
    <dgm:pt modelId="{BA0278FA-F7CE-4CEB-856C-6CB72B6E0154}" type="pres">
      <dgm:prSet presAssocID="{75A80C58-3E30-4C92-884F-6EE8C877A38C}" presName="extraNode" presStyleLbl="node1" presStyleIdx="0" presStyleCnt="5"/>
      <dgm:spPr/>
    </dgm:pt>
    <dgm:pt modelId="{FBF7531E-3E1F-4E41-9954-DFDDD8CEE4C8}" type="pres">
      <dgm:prSet presAssocID="{75A80C58-3E30-4C92-884F-6EE8C877A38C}" presName="dstNode" presStyleLbl="node1" presStyleIdx="0" presStyleCnt="5"/>
      <dgm:spPr/>
    </dgm:pt>
    <dgm:pt modelId="{9609322E-5E40-400B-A178-E64A05C22AEA}" type="pres">
      <dgm:prSet presAssocID="{82EAB9FA-8461-4A4B-952C-98DFB898E551}" presName="text_1" presStyleLbl="node1" presStyleIdx="0" presStyleCnt="5" custLinFactNeighborX="-775" custLinFactNeighborY="-3729">
        <dgm:presLayoutVars>
          <dgm:bulletEnabled val="1"/>
        </dgm:presLayoutVars>
      </dgm:prSet>
      <dgm:spPr/>
      <dgm:t>
        <a:bodyPr/>
        <a:lstStyle/>
        <a:p>
          <a:endParaRPr lang="en-US"/>
        </a:p>
      </dgm:t>
    </dgm:pt>
    <dgm:pt modelId="{7D0AF506-55CD-481D-829C-5695F7F5EB87}" type="pres">
      <dgm:prSet presAssocID="{82EAB9FA-8461-4A4B-952C-98DFB898E551}" presName="accent_1" presStyleCnt="0"/>
      <dgm:spPr/>
    </dgm:pt>
    <dgm:pt modelId="{5CD8BD83-387B-40D0-A409-8DF43ED51099}" type="pres">
      <dgm:prSet presAssocID="{82EAB9FA-8461-4A4B-952C-98DFB898E551}" presName="accentRepeatNode" presStyleLbl="solidFgAcc1" presStyleIdx="0" presStyleCnt="5"/>
      <dgm:spPr/>
    </dgm:pt>
    <dgm:pt modelId="{C1B28A25-B430-49A6-920D-80C5F1B8FA31}" type="pres">
      <dgm:prSet presAssocID="{6014B070-94B6-443F-9BA8-27A4DF3D823B}" presName="text_2" presStyleLbl="node1" presStyleIdx="1" presStyleCnt="5">
        <dgm:presLayoutVars>
          <dgm:bulletEnabled val="1"/>
        </dgm:presLayoutVars>
      </dgm:prSet>
      <dgm:spPr/>
      <dgm:t>
        <a:bodyPr/>
        <a:lstStyle/>
        <a:p>
          <a:endParaRPr lang="en-US"/>
        </a:p>
      </dgm:t>
    </dgm:pt>
    <dgm:pt modelId="{AC9EF714-E0FC-4943-97CD-0B4B9E4F9BCA}" type="pres">
      <dgm:prSet presAssocID="{6014B070-94B6-443F-9BA8-27A4DF3D823B}" presName="accent_2" presStyleCnt="0"/>
      <dgm:spPr/>
    </dgm:pt>
    <dgm:pt modelId="{25E3600E-9897-4342-AA16-EA71E8841BFE}" type="pres">
      <dgm:prSet presAssocID="{6014B070-94B6-443F-9BA8-27A4DF3D823B}" presName="accentRepeatNode" presStyleLbl="solidFgAcc1" presStyleIdx="1" presStyleCnt="5"/>
      <dgm:spPr/>
    </dgm:pt>
    <dgm:pt modelId="{68E279EE-185C-4D5F-9B34-368EBDAFFC27}" type="pres">
      <dgm:prSet presAssocID="{305DEC4A-B69B-44C5-B1D4-30E212DDE56E}" presName="text_3" presStyleLbl="node1" presStyleIdx="2" presStyleCnt="5">
        <dgm:presLayoutVars>
          <dgm:bulletEnabled val="1"/>
        </dgm:presLayoutVars>
      </dgm:prSet>
      <dgm:spPr/>
      <dgm:t>
        <a:bodyPr/>
        <a:lstStyle/>
        <a:p>
          <a:endParaRPr lang="en-US"/>
        </a:p>
      </dgm:t>
    </dgm:pt>
    <dgm:pt modelId="{773AC4CD-7763-4303-AAF4-F647DF83F11C}" type="pres">
      <dgm:prSet presAssocID="{305DEC4A-B69B-44C5-B1D4-30E212DDE56E}" presName="accent_3" presStyleCnt="0"/>
      <dgm:spPr/>
    </dgm:pt>
    <dgm:pt modelId="{ADB47C76-2783-42A3-AD66-981778DF1674}" type="pres">
      <dgm:prSet presAssocID="{305DEC4A-B69B-44C5-B1D4-30E212DDE56E}" presName="accentRepeatNode" presStyleLbl="solidFgAcc1" presStyleIdx="2" presStyleCnt="5"/>
      <dgm:spPr/>
    </dgm:pt>
    <dgm:pt modelId="{56DAEAC8-8C13-42EE-BF21-5E1448C4AD7D}" type="pres">
      <dgm:prSet presAssocID="{EC8A6627-41A0-42F3-B206-8762E4B98A06}" presName="text_4" presStyleLbl="node1" presStyleIdx="3" presStyleCnt="5">
        <dgm:presLayoutVars>
          <dgm:bulletEnabled val="1"/>
        </dgm:presLayoutVars>
      </dgm:prSet>
      <dgm:spPr/>
      <dgm:t>
        <a:bodyPr/>
        <a:lstStyle/>
        <a:p>
          <a:endParaRPr lang="en-US"/>
        </a:p>
      </dgm:t>
    </dgm:pt>
    <dgm:pt modelId="{C3B738B6-B7FF-428C-9212-60E7989D0D31}" type="pres">
      <dgm:prSet presAssocID="{EC8A6627-41A0-42F3-B206-8762E4B98A06}" presName="accent_4" presStyleCnt="0"/>
      <dgm:spPr/>
    </dgm:pt>
    <dgm:pt modelId="{1D561E54-32C8-4A86-9A69-534EFE20CE5F}" type="pres">
      <dgm:prSet presAssocID="{EC8A6627-41A0-42F3-B206-8762E4B98A06}" presName="accentRepeatNode" presStyleLbl="solidFgAcc1" presStyleIdx="3" presStyleCnt="5"/>
      <dgm:spPr/>
    </dgm:pt>
    <dgm:pt modelId="{17367FA4-960E-4785-8844-48C5C5A1F192}" type="pres">
      <dgm:prSet presAssocID="{2FFD36D0-B1A1-409B-82BF-A93C87CA56C8}" presName="text_5" presStyleLbl="node1" presStyleIdx="4" presStyleCnt="5">
        <dgm:presLayoutVars>
          <dgm:bulletEnabled val="1"/>
        </dgm:presLayoutVars>
      </dgm:prSet>
      <dgm:spPr/>
      <dgm:t>
        <a:bodyPr/>
        <a:lstStyle/>
        <a:p>
          <a:endParaRPr lang="en-US"/>
        </a:p>
      </dgm:t>
    </dgm:pt>
    <dgm:pt modelId="{DE1A481A-E709-46FC-A28C-39FE546E3002}" type="pres">
      <dgm:prSet presAssocID="{2FFD36D0-B1A1-409B-82BF-A93C87CA56C8}" presName="accent_5" presStyleCnt="0"/>
      <dgm:spPr/>
    </dgm:pt>
    <dgm:pt modelId="{E499B46D-59E4-42C8-ACE4-78FB57F7D06F}" type="pres">
      <dgm:prSet presAssocID="{2FFD36D0-B1A1-409B-82BF-A93C87CA56C8}" presName="accentRepeatNode" presStyleLbl="solidFgAcc1" presStyleIdx="4" presStyleCnt="5"/>
      <dgm:spPr/>
    </dgm:pt>
  </dgm:ptLst>
  <dgm:cxnLst>
    <dgm:cxn modelId="{7CA00DA3-03C6-4412-9095-4A339566109C}" srcId="{75A80C58-3E30-4C92-884F-6EE8C877A38C}" destId="{305DEC4A-B69B-44C5-B1D4-30E212DDE56E}" srcOrd="2" destOrd="0" parTransId="{51875BB7-0930-4118-B7D6-D1F648CC3824}" sibTransId="{32CB3D7D-2967-40A7-92A6-50E931ACFAA6}"/>
    <dgm:cxn modelId="{F4FFF632-A60E-4E52-AC43-0F1EF3E08F0F}" type="presOf" srcId="{2FFD36D0-B1A1-409B-82BF-A93C87CA56C8}" destId="{17367FA4-960E-4785-8844-48C5C5A1F192}" srcOrd="0" destOrd="0" presId="urn:microsoft.com/office/officeart/2008/layout/VerticalCurvedList"/>
    <dgm:cxn modelId="{1C210677-12BC-4BF3-9A5E-41F0BC00240D}" type="presOf" srcId="{82EAB9FA-8461-4A4B-952C-98DFB898E551}" destId="{9609322E-5E40-400B-A178-E64A05C22AEA}" srcOrd="0" destOrd="0" presId="urn:microsoft.com/office/officeart/2008/layout/VerticalCurvedList"/>
    <dgm:cxn modelId="{06DEC22B-4397-4017-9D12-73CD4D30942D}" srcId="{75A80C58-3E30-4C92-884F-6EE8C877A38C}" destId="{2FFD36D0-B1A1-409B-82BF-A93C87CA56C8}" srcOrd="4" destOrd="0" parTransId="{5523783F-0ADE-450C-A02C-410D1FBE7FA9}" sibTransId="{B9E659B6-2C1B-4F84-B0DD-2E2DBB0E0362}"/>
    <dgm:cxn modelId="{9E9CDEA1-7576-4A5B-B5D8-3396BEF99887}" srcId="{75A80C58-3E30-4C92-884F-6EE8C877A38C}" destId="{82EAB9FA-8461-4A4B-952C-98DFB898E551}" srcOrd="0" destOrd="0" parTransId="{71DE8929-2A0C-4B57-85AC-74AB55D4E382}" sibTransId="{685E1865-81E9-42A9-BDCF-10C8AE988287}"/>
    <dgm:cxn modelId="{AF3D680C-38E3-47F8-9A8E-61C2EBCB78C2}" type="presOf" srcId="{6014B070-94B6-443F-9BA8-27A4DF3D823B}" destId="{C1B28A25-B430-49A6-920D-80C5F1B8FA31}" srcOrd="0" destOrd="0" presId="urn:microsoft.com/office/officeart/2008/layout/VerticalCurvedList"/>
    <dgm:cxn modelId="{BC93C503-4F3E-4737-8A05-97401FE9E99D}" type="presOf" srcId="{685E1865-81E9-42A9-BDCF-10C8AE988287}" destId="{41B1740C-F485-43FF-B234-08B0742A28FE}" srcOrd="0" destOrd="0" presId="urn:microsoft.com/office/officeart/2008/layout/VerticalCurvedList"/>
    <dgm:cxn modelId="{FBB379BC-132F-4F73-89DA-B677B8C332A8}" type="presOf" srcId="{305DEC4A-B69B-44C5-B1D4-30E212DDE56E}" destId="{68E279EE-185C-4D5F-9B34-368EBDAFFC27}" srcOrd="0" destOrd="0" presId="urn:microsoft.com/office/officeart/2008/layout/VerticalCurvedList"/>
    <dgm:cxn modelId="{3A764C2D-4E48-467D-9093-442FCADEA15C}" type="presOf" srcId="{EC8A6627-41A0-42F3-B206-8762E4B98A06}" destId="{56DAEAC8-8C13-42EE-BF21-5E1448C4AD7D}" srcOrd="0" destOrd="0" presId="urn:microsoft.com/office/officeart/2008/layout/VerticalCurvedList"/>
    <dgm:cxn modelId="{922C0CE7-8B21-48C0-8398-9C7502A7E409}" srcId="{75A80C58-3E30-4C92-884F-6EE8C877A38C}" destId="{EC8A6627-41A0-42F3-B206-8762E4B98A06}" srcOrd="3" destOrd="0" parTransId="{36F9CE88-D8DE-431F-BC8B-52747E536521}" sibTransId="{9FA7B3F9-975D-4B74-91CE-23A37B8773AB}"/>
    <dgm:cxn modelId="{5CDFE77F-6CBC-49E7-8BF5-C9AE9C648664}" type="presOf" srcId="{75A80C58-3E30-4C92-884F-6EE8C877A38C}" destId="{AABE1316-8C01-4122-BFE2-5FA29BF1579E}" srcOrd="0" destOrd="0" presId="urn:microsoft.com/office/officeart/2008/layout/VerticalCurvedList"/>
    <dgm:cxn modelId="{D7BDA2A5-0B55-4566-9D0B-6420A9042F90}" srcId="{75A80C58-3E30-4C92-884F-6EE8C877A38C}" destId="{6014B070-94B6-443F-9BA8-27A4DF3D823B}" srcOrd="1" destOrd="0" parTransId="{3245B27A-CAD8-4BBE-BCDF-D95CDCAF1EC8}" sibTransId="{BD4D252B-A104-4956-B6E8-D028541B03BF}"/>
    <dgm:cxn modelId="{44A1DBB3-C301-47DE-8FDA-46633760BA9B}" type="presParOf" srcId="{AABE1316-8C01-4122-BFE2-5FA29BF1579E}" destId="{D38FF311-AFFB-4216-A963-8619D13D4ADC}" srcOrd="0" destOrd="0" presId="urn:microsoft.com/office/officeart/2008/layout/VerticalCurvedList"/>
    <dgm:cxn modelId="{935A2DA0-B936-44E6-9527-AD3309F24EE9}" type="presParOf" srcId="{D38FF311-AFFB-4216-A963-8619D13D4ADC}" destId="{41795137-36D8-4487-9D5E-98DC6738A7C4}" srcOrd="0" destOrd="0" presId="urn:microsoft.com/office/officeart/2008/layout/VerticalCurvedList"/>
    <dgm:cxn modelId="{5A642AA1-4800-4EE6-9CE5-42F74F6DF248}" type="presParOf" srcId="{41795137-36D8-4487-9D5E-98DC6738A7C4}" destId="{903845A8-0A22-487F-B658-827CA53143B8}" srcOrd="0" destOrd="0" presId="urn:microsoft.com/office/officeart/2008/layout/VerticalCurvedList"/>
    <dgm:cxn modelId="{2DB6A01A-2FD1-444A-ADDA-F45EB6C07601}" type="presParOf" srcId="{41795137-36D8-4487-9D5E-98DC6738A7C4}" destId="{41B1740C-F485-43FF-B234-08B0742A28FE}" srcOrd="1" destOrd="0" presId="urn:microsoft.com/office/officeart/2008/layout/VerticalCurvedList"/>
    <dgm:cxn modelId="{FEF12D42-6356-415A-B42B-190B2365FF9C}" type="presParOf" srcId="{41795137-36D8-4487-9D5E-98DC6738A7C4}" destId="{BA0278FA-F7CE-4CEB-856C-6CB72B6E0154}" srcOrd="2" destOrd="0" presId="urn:microsoft.com/office/officeart/2008/layout/VerticalCurvedList"/>
    <dgm:cxn modelId="{236ACF46-B36E-44E6-8E2D-5D733488E1AE}" type="presParOf" srcId="{41795137-36D8-4487-9D5E-98DC6738A7C4}" destId="{FBF7531E-3E1F-4E41-9954-DFDDD8CEE4C8}" srcOrd="3" destOrd="0" presId="urn:microsoft.com/office/officeart/2008/layout/VerticalCurvedList"/>
    <dgm:cxn modelId="{468AC8CA-ECE2-439A-BD3B-7849C2667DF2}" type="presParOf" srcId="{D38FF311-AFFB-4216-A963-8619D13D4ADC}" destId="{9609322E-5E40-400B-A178-E64A05C22AEA}" srcOrd="1" destOrd="0" presId="urn:microsoft.com/office/officeart/2008/layout/VerticalCurvedList"/>
    <dgm:cxn modelId="{E4D60D74-F3E4-49A1-A2E0-485026E61436}" type="presParOf" srcId="{D38FF311-AFFB-4216-A963-8619D13D4ADC}" destId="{7D0AF506-55CD-481D-829C-5695F7F5EB87}" srcOrd="2" destOrd="0" presId="urn:microsoft.com/office/officeart/2008/layout/VerticalCurvedList"/>
    <dgm:cxn modelId="{36A12356-E997-4294-B65B-6EB27EC07720}" type="presParOf" srcId="{7D0AF506-55CD-481D-829C-5695F7F5EB87}" destId="{5CD8BD83-387B-40D0-A409-8DF43ED51099}" srcOrd="0" destOrd="0" presId="urn:microsoft.com/office/officeart/2008/layout/VerticalCurvedList"/>
    <dgm:cxn modelId="{3C06B627-9408-4AA0-8EC7-9C5D5DA4BD9A}" type="presParOf" srcId="{D38FF311-AFFB-4216-A963-8619D13D4ADC}" destId="{C1B28A25-B430-49A6-920D-80C5F1B8FA31}" srcOrd="3" destOrd="0" presId="urn:microsoft.com/office/officeart/2008/layout/VerticalCurvedList"/>
    <dgm:cxn modelId="{AC6E52AC-0FD3-4A8B-B915-DF9E678A71D8}" type="presParOf" srcId="{D38FF311-AFFB-4216-A963-8619D13D4ADC}" destId="{AC9EF714-E0FC-4943-97CD-0B4B9E4F9BCA}" srcOrd="4" destOrd="0" presId="urn:microsoft.com/office/officeart/2008/layout/VerticalCurvedList"/>
    <dgm:cxn modelId="{7C335DE5-A85D-4018-88B3-E470C6FF734A}" type="presParOf" srcId="{AC9EF714-E0FC-4943-97CD-0B4B9E4F9BCA}" destId="{25E3600E-9897-4342-AA16-EA71E8841BFE}" srcOrd="0" destOrd="0" presId="urn:microsoft.com/office/officeart/2008/layout/VerticalCurvedList"/>
    <dgm:cxn modelId="{08E9362C-C3BD-431C-8DC6-3E7C4D0AE0C2}" type="presParOf" srcId="{D38FF311-AFFB-4216-A963-8619D13D4ADC}" destId="{68E279EE-185C-4D5F-9B34-368EBDAFFC27}" srcOrd="5" destOrd="0" presId="urn:microsoft.com/office/officeart/2008/layout/VerticalCurvedList"/>
    <dgm:cxn modelId="{76345B98-A430-452A-84E0-ABF67096BDA1}" type="presParOf" srcId="{D38FF311-AFFB-4216-A963-8619D13D4ADC}" destId="{773AC4CD-7763-4303-AAF4-F647DF83F11C}" srcOrd="6" destOrd="0" presId="urn:microsoft.com/office/officeart/2008/layout/VerticalCurvedList"/>
    <dgm:cxn modelId="{DB9E873B-3425-4007-8A29-1100475AACD4}" type="presParOf" srcId="{773AC4CD-7763-4303-AAF4-F647DF83F11C}" destId="{ADB47C76-2783-42A3-AD66-981778DF1674}" srcOrd="0" destOrd="0" presId="urn:microsoft.com/office/officeart/2008/layout/VerticalCurvedList"/>
    <dgm:cxn modelId="{85227E14-147F-42B0-AD1B-EAE2706A3D6E}" type="presParOf" srcId="{D38FF311-AFFB-4216-A963-8619D13D4ADC}" destId="{56DAEAC8-8C13-42EE-BF21-5E1448C4AD7D}" srcOrd="7" destOrd="0" presId="urn:microsoft.com/office/officeart/2008/layout/VerticalCurvedList"/>
    <dgm:cxn modelId="{FCF2667A-B0DE-4EB1-82A3-11461E097E04}" type="presParOf" srcId="{D38FF311-AFFB-4216-A963-8619D13D4ADC}" destId="{C3B738B6-B7FF-428C-9212-60E7989D0D31}" srcOrd="8" destOrd="0" presId="urn:microsoft.com/office/officeart/2008/layout/VerticalCurvedList"/>
    <dgm:cxn modelId="{E35C84A9-2904-45DB-865A-484A39416FE8}" type="presParOf" srcId="{C3B738B6-B7FF-428C-9212-60E7989D0D31}" destId="{1D561E54-32C8-4A86-9A69-534EFE20CE5F}" srcOrd="0" destOrd="0" presId="urn:microsoft.com/office/officeart/2008/layout/VerticalCurvedList"/>
    <dgm:cxn modelId="{0588EE66-D812-47F7-9781-23A096F6B574}" type="presParOf" srcId="{D38FF311-AFFB-4216-A963-8619D13D4ADC}" destId="{17367FA4-960E-4785-8844-48C5C5A1F192}" srcOrd="9" destOrd="0" presId="urn:microsoft.com/office/officeart/2008/layout/VerticalCurvedList"/>
    <dgm:cxn modelId="{0CE823B8-845A-4797-97CF-DCD8EF7F93D7}" type="presParOf" srcId="{D38FF311-AFFB-4216-A963-8619D13D4ADC}" destId="{DE1A481A-E709-46FC-A28C-39FE546E3002}" srcOrd="10" destOrd="0" presId="urn:microsoft.com/office/officeart/2008/layout/VerticalCurvedList"/>
    <dgm:cxn modelId="{7192DACA-E07F-4DAE-A479-CDD4713B2C49}" type="presParOf" srcId="{DE1A481A-E709-46FC-A28C-39FE546E3002}" destId="{E499B46D-59E4-42C8-ACE4-78FB57F7D06F}"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B1740C-F485-43FF-B234-08B0742A28FE}">
      <dsp:nvSpPr>
        <dsp:cNvPr id="0" name=""/>
        <dsp:cNvSpPr/>
      </dsp:nvSpPr>
      <dsp:spPr>
        <a:xfrm>
          <a:off x="-5156263" y="-789835"/>
          <a:ext cx="6140345" cy="6140345"/>
        </a:xfrm>
        <a:prstGeom prst="blockArc">
          <a:avLst>
            <a:gd name="adj1" fmla="val 18900000"/>
            <a:gd name="adj2" fmla="val 2700000"/>
            <a:gd name="adj3" fmla="val 352"/>
          </a:avLst>
        </a:pr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609322E-5E40-400B-A178-E64A05C22AEA}">
      <dsp:nvSpPr>
        <dsp:cNvPr id="0" name=""/>
        <dsp:cNvSpPr/>
      </dsp:nvSpPr>
      <dsp:spPr>
        <a:xfrm>
          <a:off x="369753" y="263685"/>
          <a:ext cx="7829792" cy="570266"/>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2649" tIns="73660" rIns="73660" bIns="73660" numCol="1" spcCol="1270" anchor="ctr" anchorCtr="0">
          <a:noAutofit/>
        </a:bodyPr>
        <a:lstStyle/>
        <a:p>
          <a:pPr lvl="0" algn="l" defTabSz="1289050" rtl="0">
            <a:lnSpc>
              <a:spcPct val="90000"/>
            </a:lnSpc>
            <a:spcBef>
              <a:spcPct val="0"/>
            </a:spcBef>
            <a:spcAft>
              <a:spcPct val="35000"/>
            </a:spcAft>
          </a:pPr>
          <a:r>
            <a:rPr lang="en-US" sz="2900" b="1" kern="1200" dirty="0" smtClean="0"/>
            <a:t>I. </a:t>
          </a:r>
          <a:r>
            <a:rPr lang="en-US" sz="2900" b="1" kern="1200" dirty="0" smtClean="0">
              <a:solidFill>
                <a:schemeClr val="bg1"/>
              </a:solidFill>
              <a:latin typeface="Times New Roman" pitchFamily="18" charset="0"/>
              <a:ea typeface="+mj-ea"/>
              <a:cs typeface="Times New Roman" pitchFamily="18" charset="0"/>
            </a:rPr>
            <a:t>Introduction</a:t>
          </a:r>
          <a:endParaRPr lang="en-US" sz="2900" b="1" kern="1200" dirty="0">
            <a:solidFill>
              <a:schemeClr val="bg1"/>
            </a:solidFill>
            <a:latin typeface="Times New Roman" pitchFamily="18" charset="0"/>
            <a:ea typeface="+mj-ea"/>
            <a:cs typeface="Times New Roman" pitchFamily="18" charset="0"/>
          </a:endParaRPr>
        </a:p>
      </dsp:txBody>
      <dsp:txXfrm>
        <a:off x="369753" y="263685"/>
        <a:ext cx="7829792" cy="570266"/>
      </dsp:txXfrm>
    </dsp:sp>
    <dsp:sp modelId="{5CD8BD83-387B-40D0-A409-8DF43ED51099}">
      <dsp:nvSpPr>
        <dsp:cNvPr id="0" name=""/>
        <dsp:cNvSpPr/>
      </dsp:nvSpPr>
      <dsp:spPr>
        <a:xfrm>
          <a:off x="74017" y="213667"/>
          <a:ext cx="712833" cy="712833"/>
        </a:xfrm>
        <a:prstGeom prst="ellipse">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1B28A25-B430-49A6-920D-80C5F1B8FA31}">
      <dsp:nvSpPr>
        <dsp:cNvPr id="0" name=""/>
        <dsp:cNvSpPr/>
      </dsp:nvSpPr>
      <dsp:spPr>
        <a:xfrm>
          <a:off x="839070" y="1140077"/>
          <a:ext cx="7421155" cy="570266"/>
        </a:xfrm>
        <a:prstGeom prst="rect">
          <a:avLst/>
        </a:prstGeom>
        <a:solidFill>
          <a:schemeClr val="accent3">
            <a:hueOff val="2812566"/>
            <a:satOff val="-4220"/>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2649" tIns="73660" rIns="73660" bIns="73660" numCol="1" spcCol="1270" anchor="ctr" anchorCtr="0">
          <a:noAutofit/>
        </a:bodyPr>
        <a:lstStyle/>
        <a:p>
          <a:pPr lvl="0" algn="l" defTabSz="1289050" rtl="0">
            <a:lnSpc>
              <a:spcPct val="90000"/>
            </a:lnSpc>
            <a:spcBef>
              <a:spcPct val="0"/>
            </a:spcBef>
            <a:spcAft>
              <a:spcPct val="35000"/>
            </a:spcAft>
          </a:pPr>
          <a:r>
            <a:rPr lang="en-US" sz="2900" b="1" kern="1200" dirty="0" smtClean="0"/>
            <a:t>II. </a:t>
          </a:r>
          <a:r>
            <a:rPr lang="en-US" sz="2900" b="1" kern="1200" dirty="0" smtClean="0">
              <a:solidFill>
                <a:schemeClr val="bg1"/>
              </a:solidFill>
              <a:latin typeface="Times New Roman" pitchFamily="18" charset="0"/>
              <a:ea typeface="+mj-ea"/>
              <a:cs typeface="Times New Roman" pitchFamily="18" charset="0"/>
            </a:rPr>
            <a:t>Objectives of PCA</a:t>
          </a:r>
          <a:endParaRPr lang="en-US" sz="2900" kern="1200" dirty="0">
            <a:solidFill>
              <a:schemeClr val="bg1"/>
            </a:solidFill>
          </a:endParaRPr>
        </a:p>
      </dsp:txBody>
      <dsp:txXfrm>
        <a:off x="839070" y="1140077"/>
        <a:ext cx="7421155" cy="570266"/>
      </dsp:txXfrm>
    </dsp:sp>
    <dsp:sp modelId="{25E3600E-9897-4342-AA16-EA71E8841BFE}">
      <dsp:nvSpPr>
        <dsp:cNvPr id="0" name=""/>
        <dsp:cNvSpPr/>
      </dsp:nvSpPr>
      <dsp:spPr>
        <a:xfrm>
          <a:off x="482653" y="1068793"/>
          <a:ext cx="712833" cy="712833"/>
        </a:xfrm>
        <a:prstGeom prst="ellipse">
          <a:avLst/>
        </a:prstGeom>
        <a:solidFill>
          <a:schemeClr val="lt1">
            <a:hueOff val="0"/>
            <a:satOff val="0"/>
            <a:lumOff val="0"/>
            <a:alphaOff val="0"/>
          </a:schemeClr>
        </a:solidFill>
        <a:ln w="25400" cap="flat" cmpd="sng" algn="ctr">
          <a:solidFill>
            <a:schemeClr val="accent3">
              <a:hueOff val="2812566"/>
              <a:satOff val="-4220"/>
              <a:lumOff val="-686"/>
              <a:alphaOff val="0"/>
            </a:schemeClr>
          </a:solidFill>
          <a:prstDash val="solid"/>
        </a:ln>
        <a:effectLst/>
      </dsp:spPr>
      <dsp:style>
        <a:lnRef idx="2">
          <a:scrgbClr r="0" g="0" b="0"/>
        </a:lnRef>
        <a:fillRef idx="1">
          <a:scrgbClr r="0" g="0" b="0"/>
        </a:fillRef>
        <a:effectRef idx="0">
          <a:scrgbClr r="0" g="0" b="0"/>
        </a:effectRef>
        <a:fontRef idx="minor"/>
      </dsp:style>
    </dsp:sp>
    <dsp:sp modelId="{68E279EE-185C-4D5F-9B34-368EBDAFFC27}">
      <dsp:nvSpPr>
        <dsp:cNvPr id="0" name=""/>
        <dsp:cNvSpPr/>
      </dsp:nvSpPr>
      <dsp:spPr>
        <a:xfrm>
          <a:off x="964488" y="1995203"/>
          <a:ext cx="7295737" cy="570266"/>
        </a:xfrm>
        <a:prstGeom prst="rect">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2649" tIns="73660" rIns="73660" bIns="73660" numCol="1" spcCol="1270" anchor="ctr" anchorCtr="0">
          <a:noAutofit/>
        </a:bodyPr>
        <a:lstStyle/>
        <a:p>
          <a:pPr lvl="0" algn="l" defTabSz="1289050" rtl="0">
            <a:lnSpc>
              <a:spcPct val="90000"/>
            </a:lnSpc>
            <a:spcBef>
              <a:spcPct val="0"/>
            </a:spcBef>
            <a:spcAft>
              <a:spcPct val="35000"/>
            </a:spcAft>
          </a:pPr>
          <a:r>
            <a:rPr lang="en-US" sz="2900" b="1" kern="1200" dirty="0" smtClean="0"/>
            <a:t>III. </a:t>
          </a:r>
          <a:r>
            <a:rPr lang="en-US" sz="2900" b="1" kern="1200" dirty="0" smtClean="0">
              <a:solidFill>
                <a:schemeClr val="bg1"/>
              </a:solidFill>
              <a:latin typeface="Times New Roman" pitchFamily="18" charset="0"/>
              <a:ea typeface="+mj-ea"/>
              <a:cs typeface="Times New Roman" pitchFamily="18" charset="0"/>
            </a:rPr>
            <a:t>Legal </a:t>
          </a:r>
          <a:r>
            <a:rPr lang="en-US" altLang="zh-CN" sz="2900" b="1" kern="1200" dirty="0" smtClean="0">
              <a:solidFill>
                <a:schemeClr val="bg1"/>
              </a:solidFill>
              <a:latin typeface="Times New Roman" pitchFamily="18" charset="0"/>
              <a:ea typeface="+mj-ea"/>
              <a:cs typeface="Times New Roman" pitchFamily="18" charset="0"/>
            </a:rPr>
            <a:t>Support</a:t>
          </a:r>
          <a:endParaRPr lang="en-US" sz="2900" kern="1200" dirty="0">
            <a:solidFill>
              <a:schemeClr val="bg1"/>
            </a:solidFill>
          </a:endParaRPr>
        </a:p>
      </dsp:txBody>
      <dsp:txXfrm>
        <a:off x="964488" y="1995203"/>
        <a:ext cx="7295737" cy="570266"/>
      </dsp:txXfrm>
    </dsp:sp>
    <dsp:sp modelId="{ADB47C76-2783-42A3-AD66-981778DF1674}">
      <dsp:nvSpPr>
        <dsp:cNvPr id="0" name=""/>
        <dsp:cNvSpPr/>
      </dsp:nvSpPr>
      <dsp:spPr>
        <a:xfrm>
          <a:off x="608072" y="1923920"/>
          <a:ext cx="712833" cy="712833"/>
        </a:xfrm>
        <a:prstGeom prst="ellipse">
          <a:avLst/>
        </a:prstGeom>
        <a:solidFill>
          <a:schemeClr val="lt1">
            <a:hueOff val="0"/>
            <a:satOff val="0"/>
            <a:lumOff val="0"/>
            <a:alphaOff val="0"/>
          </a:schemeClr>
        </a:solidFill>
        <a:ln w="25400" cap="flat" cmpd="sng" algn="ctr">
          <a:solidFill>
            <a:schemeClr val="accent3">
              <a:hueOff val="5625132"/>
              <a:satOff val="-8440"/>
              <a:lumOff val="-1373"/>
              <a:alphaOff val="0"/>
            </a:schemeClr>
          </a:solidFill>
          <a:prstDash val="solid"/>
        </a:ln>
        <a:effectLst/>
      </dsp:spPr>
      <dsp:style>
        <a:lnRef idx="2">
          <a:scrgbClr r="0" g="0" b="0"/>
        </a:lnRef>
        <a:fillRef idx="1">
          <a:scrgbClr r="0" g="0" b="0"/>
        </a:fillRef>
        <a:effectRef idx="0">
          <a:scrgbClr r="0" g="0" b="0"/>
        </a:effectRef>
        <a:fontRef idx="minor"/>
      </dsp:style>
    </dsp:sp>
    <dsp:sp modelId="{56DAEAC8-8C13-42EE-BF21-5E1448C4AD7D}">
      <dsp:nvSpPr>
        <dsp:cNvPr id="0" name=""/>
        <dsp:cNvSpPr/>
      </dsp:nvSpPr>
      <dsp:spPr>
        <a:xfrm>
          <a:off x="839070" y="2850330"/>
          <a:ext cx="7421155" cy="570266"/>
        </a:xfrm>
        <a:prstGeom prst="rect">
          <a:avLst/>
        </a:prstGeom>
        <a:solidFill>
          <a:schemeClr val="accent3">
            <a:hueOff val="8437698"/>
            <a:satOff val="-12660"/>
            <a:lumOff val="-20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2649" tIns="73660" rIns="73660" bIns="73660" numCol="1" spcCol="1270" anchor="ctr" anchorCtr="0">
          <a:noAutofit/>
        </a:bodyPr>
        <a:lstStyle/>
        <a:p>
          <a:pPr lvl="0" algn="l" defTabSz="1289050" rtl="0">
            <a:lnSpc>
              <a:spcPct val="90000"/>
            </a:lnSpc>
            <a:spcBef>
              <a:spcPct val="0"/>
            </a:spcBef>
            <a:spcAft>
              <a:spcPct val="35000"/>
            </a:spcAft>
          </a:pPr>
          <a:r>
            <a:rPr lang="en-US" sz="2900" b="1" kern="1200" dirty="0" smtClean="0"/>
            <a:t>IV. </a:t>
          </a:r>
          <a:r>
            <a:rPr lang="en-US" sz="2900" b="1" kern="1200" dirty="0" smtClean="0">
              <a:solidFill>
                <a:schemeClr val="bg1"/>
              </a:solidFill>
              <a:latin typeface="Times New Roman" pitchFamily="18" charset="0"/>
              <a:cs typeface="Times New Roman" pitchFamily="18" charset="0"/>
            </a:rPr>
            <a:t>Right of Auditor and Auditee</a:t>
          </a:r>
          <a:endParaRPr lang="en-US" sz="2900" kern="1200" dirty="0">
            <a:solidFill>
              <a:schemeClr val="bg1"/>
            </a:solidFill>
          </a:endParaRPr>
        </a:p>
      </dsp:txBody>
      <dsp:txXfrm>
        <a:off x="839070" y="2850330"/>
        <a:ext cx="7421155" cy="570266"/>
      </dsp:txXfrm>
    </dsp:sp>
    <dsp:sp modelId="{1D561E54-32C8-4A86-9A69-534EFE20CE5F}">
      <dsp:nvSpPr>
        <dsp:cNvPr id="0" name=""/>
        <dsp:cNvSpPr/>
      </dsp:nvSpPr>
      <dsp:spPr>
        <a:xfrm>
          <a:off x="482653" y="2779046"/>
          <a:ext cx="712833" cy="712833"/>
        </a:xfrm>
        <a:prstGeom prst="ellipse">
          <a:avLst/>
        </a:prstGeom>
        <a:solidFill>
          <a:schemeClr val="lt1">
            <a:hueOff val="0"/>
            <a:satOff val="0"/>
            <a:lumOff val="0"/>
            <a:alphaOff val="0"/>
          </a:schemeClr>
        </a:solidFill>
        <a:ln w="25400" cap="flat" cmpd="sng" algn="ctr">
          <a:solidFill>
            <a:schemeClr val="accent3">
              <a:hueOff val="8437698"/>
              <a:satOff val="-12660"/>
              <a:lumOff val="-2059"/>
              <a:alphaOff val="0"/>
            </a:schemeClr>
          </a:solidFill>
          <a:prstDash val="solid"/>
        </a:ln>
        <a:effectLst/>
      </dsp:spPr>
      <dsp:style>
        <a:lnRef idx="2">
          <a:scrgbClr r="0" g="0" b="0"/>
        </a:lnRef>
        <a:fillRef idx="1">
          <a:scrgbClr r="0" g="0" b="0"/>
        </a:fillRef>
        <a:effectRef idx="0">
          <a:scrgbClr r="0" g="0" b="0"/>
        </a:effectRef>
        <a:fontRef idx="minor"/>
      </dsp:style>
    </dsp:sp>
    <dsp:sp modelId="{17367FA4-960E-4785-8844-48C5C5A1F192}">
      <dsp:nvSpPr>
        <dsp:cNvPr id="0" name=""/>
        <dsp:cNvSpPr/>
      </dsp:nvSpPr>
      <dsp:spPr>
        <a:xfrm>
          <a:off x="430433" y="3705456"/>
          <a:ext cx="7829792" cy="570266"/>
        </a:xfrm>
        <a:prstGeom prst="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2649" tIns="73660" rIns="73660" bIns="73660" numCol="1" spcCol="1270" anchor="ctr" anchorCtr="0">
          <a:noAutofit/>
        </a:bodyPr>
        <a:lstStyle/>
        <a:p>
          <a:pPr lvl="0" algn="l" defTabSz="1289050" rtl="0">
            <a:lnSpc>
              <a:spcPct val="90000"/>
            </a:lnSpc>
            <a:spcBef>
              <a:spcPct val="0"/>
            </a:spcBef>
            <a:spcAft>
              <a:spcPct val="35000"/>
            </a:spcAft>
          </a:pPr>
          <a:r>
            <a:rPr lang="en-US" sz="2900" b="1" kern="1200" dirty="0" smtClean="0"/>
            <a:t>V. </a:t>
          </a:r>
          <a:r>
            <a:rPr lang="en-US" sz="2900" b="1" kern="1200" dirty="0" smtClean="0">
              <a:solidFill>
                <a:schemeClr val="bg1"/>
              </a:solidFill>
              <a:latin typeface="Times New Roman" pitchFamily="18" charset="0"/>
              <a:ea typeface="+mj-ea"/>
              <a:cs typeface="Times New Roman" pitchFamily="18" charset="0"/>
            </a:rPr>
            <a:t>Flow of PCA</a:t>
          </a:r>
          <a:endParaRPr lang="en-US" sz="2900" kern="1200" dirty="0">
            <a:solidFill>
              <a:schemeClr val="bg1"/>
            </a:solidFill>
          </a:endParaRPr>
        </a:p>
      </dsp:txBody>
      <dsp:txXfrm>
        <a:off x="430433" y="3705456"/>
        <a:ext cx="7829792" cy="570266"/>
      </dsp:txXfrm>
    </dsp:sp>
    <dsp:sp modelId="{E499B46D-59E4-42C8-ACE4-78FB57F7D06F}">
      <dsp:nvSpPr>
        <dsp:cNvPr id="0" name=""/>
        <dsp:cNvSpPr/>
      </dsp:nvSpPr>
      <dsp:spPr>
        <a:xfrm>
          <a:off x="74017" y="3634173"/>
          <a:ext cx="712833" cy="712833"/>
        </a:xfrm>
        <a:prstGeom prst="ellipse">
          <a:avLst/>
        </a:prstGeom>
        <a:solidFill>
          <a:schemeClr val="lt1">
            <a:hueOff val="0"/>
            <a:satOff val="0"/>
            <a:lumOff val="0"/>
            <a:alphaOff val="0"/>
          </a:schemeClr>
        </a:solidFill>
        <a:ln w="25400" cap="flat" cmpd="sng" algn="ctr">
          <a:solidFill>
            <a:schemeClr val="accent3">
              <a:hueOff val="11250264"/>
              <a:satOff val="-16880"/>
              <a:lumOff val="-2745"/>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377" cy="48006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4143108" y="0"/>
            <a:ext cx="3170377" cy="48006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defRPr>
            </a:lvl1pPr>
          </a:lstStyle>
          <a:p>
            <a:pPr>
              <a:defRPr/>
            </a:pPr>
            <a:fld id="{C51FA6AE-B7BD-4D5D-8521-4C3834B60F79}" type="datetimeFigureOut">
              <a:rPr lang="en-US" altLang="en-US"/>
              <a:pPr>
                <a:defRPr/>
              </a:pPr>
              <a:t>1/15/2020</a:t>
            </a:fld>
            <a:endParaRPr lang="en-US" altLang="en-US"/>
          </a:p>
        </p:txBody>
      </p:sp>
      <p:sp>
        <p:nvSpPr>
          <p:cNvPr id="4" name="Footer Placeholder 3"/>
          <p:cNvSpPr>
            <a:spLocks noGrp="1"/>
          </p:cNvSpPr>
          <p:nvPr>
            <p:ph type="ftr" sz="quarter" idx="2"/>
          </p:nvPr>
        </p:nvSpPr>
        <p:spPr>
          <a:xfrm>
            <a:off x="0" y="9119602"/>
            <a:ext cx="3170377" cy="48006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4143108" y="9119602"/>
            <a:ext cx="3170377" cy="48006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7604EF2B-15AB-49FA-BD5E-F0E2100D1F2D}" type="slidenum">
              <a:rPr lang="en-US" altLang="en-US"/>
              <a:pPr/>
              <a:t>‹#›</a:t>
            </a:fld>
            <a:endParaRPr lang="en-US" altLang="en-US"/>
          </a:p>
        </p:txBody>
      </p:sp>
    </p:spTree>
    <p:extLst>
      <p:ext uri="{BB962C8B-B14F-4D97-AF65-F5344CB8AC3E}">
        <p14:creationId xmlns:p14="http://schemas.microsoft.com/office/powerpoint/2010/main" val="3078010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377" cy="48006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4143108" y="0"/>
            <a:ext cx="3170377" cy="48006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defRPr>
            </a:lvl1pPr>
          </a:lstStyle>
          <a:p>
            <a:pPr>
              <a:defRPr/>
            </a:pPr>
            <a:fld id="{F5A38DE4-229E-4A87-A94E-3453D7031A80}" type="datetimeFigureOut">
              <a:rPr lang="en-US" altLang="en-US"/>
              <a:pPr>
                <a:defRPr/>
              </a:pPr>
              <a:t>1/15/2020</a:t>
            </a:fld>
            <a:endParaRPr lang="en-US" alt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30834" y="4560570"/>
            <a:ext cx="5853532" cy="432054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9119602"/>
            <a:ext cx="3170377" cy="48006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4143108" y="9119602"/>
            <a:ext cx="3170377" cy="48006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AE496BC7-C0C9-49FB-9F87-EE2DCACF4F4D}" type="slidenum">
              <a:rPr lang="en-US" altLang="en-US"/>
              <a:pPr/>
              <a:t>‹#›</a:t>
            </a:fld>
            <a:endParaRPr lang="en-US" altLang="en-US"/>
          </a:p>
        </p:txBody>
      </p:sp>
    </p:spTree>
    <p:extLst>
      <p:ext uri="{BB962C8B-B14F-4D97-AF65-F5344CB8AC3E}">
        <p14:creationId xmlns:p14="http://schemas.microsoft.com/office/powerpoint/2010/main" val="1426590335"/>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1pPr>
    <a:lvl2pPr marL="457200" algn="l" defTabSz="457200"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2pPr>
    <a:lvl3pPr marL="914400" algn="l" defTabSz="457200"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3pPr>
    <a:lvl4pPr marL="1371600" algn="l" defTabSz="457200"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4pPr>
    <a:lvl5pPr marL="1828800" algn="l" defTabSz="457200"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sto MT" panose="02040603050505030304" pitchFamily="18" charset="0"/>
                <a:ea typeface="MS PGothic" panose="020B0600070205080204" pitchFamily="34" charset="-128"/>
              </a:defRPr>
            </a:lvl1pPr>
            <a:lvl2pPr marL="739758" indent="-284522">
              <a:defRPr>
                <a:solidFill>
                  <a:schemeClr val="tx1"/>
                </a:solidFill>
                <a:latin typeface="Calisto MT" panose="02040603050505030304" pitchFamily="18" charset="0"/>
                <a:ea typeface="MS PGothic" panose="020B0600070205080204" pitchFamily="34" charset="-128"/>
              </a:defRPr>
            </a:lvl2pPr>
            <a:lvl3pPr marL="1138089" indent="-227618">
              <a:defRPr>
                <a:solidFill>
                  <a:schemeClr val="tx1"/>
                </a:solidFill>
                <a:latin typeface="Calisto MT" panose="02040603050505030304" pitchFamily="18" charset="0"/>
                <a:ea typeface="MS PGothic" panose="020B0600070205080204" pitchFamily="34" charset="-128"/>
              </a:defRPr>
            </a:lvl3pPr>
            <a:lvl4pPr marL="1593325" indent="-227618">
              <a:defRPr>
                <a:solidFill>
                  <a:schemeClr val="tx1"/>
                </a:solidFill>
                <a:latin typeface="Calisto MT" panose="02040603050505030304" pitchFamily="18" charset="0"/>
                <a:ea typeface="MS PGothic" panose="020B0600070205080204" pitchFamily="34" charset="-128"/>
              </a:defRPr>
            </a:lvl4pPr>
            <a:lvl5pPr marL="2048562" indent="-227618">
              <a:defRPr>
                <a:solidFill>
                  <a:schemeClr val="tx1"/>
                </a:solidFill>
                <a:latin typeface="Calisto MT" panose="02040603050505030304" pitchFamily="18" charset="0"/>
                <a:ea typeface="MS PGothic" panose="020B0600070205080204" pitchFamily="34" charset="-128"/>
              </a:defRPr>
            </a:lvl5pPr>
            <a:lvl6pPr marL="2503798" indent="-227618" eaLnBrk="0" fontAlgn="base" hangingPunct="0">
              <a:spcBef>
                <a:spcPct val="0"/>
              </a:spcBef>
              <a:spcAft>
                <a:spcPct val="0"/>
              </a:spcAft>
              <a:defRPr>
                <a:solidFill>
                  <a:schemeClr val="tx1"/>
                </a:solidFill>
                <a:latin typeface="Calisto MT" panose="02040603050505030304" pitchFamily="18" charset="0"/>
                <a:ea typeface="MS PGothic" panose="020B0600070205080204" pitchFamily="34" charset="-128"/>
              </a:defRPr>
            </a:lvl6pPr>
            <a:lvl7pPr marL="2959034" indent="-227618" eaLnBrk="0" fontAlgn="base" hangingPunct="0">
              <a:spcBef>
                <a:spcPct val="0"/>
              </a:spcBef>
              <a:spcAft>
                <a:spcPct val="0"/>
              </a:spcAft>
              <a:defRPr>
                <a:solidFill>
                  <a:schemeClr val="tx1"/>
                </a:solidFill>
                <a:latin typeface="Calisto MT" panose="02040603050505030304" pitchFamily="18" charset="0"/>
                <a:ea typeface="MS PGothic" panose="020B0600070205080204" pitchFamily="34" charset="-128"/>
              </a:defRPr>
            </a:lvl7pPr>
            <a:lvl8pPr marL="3414269" indent="-227618" eaLnBrk="0" fontAlgn="base" hangingPunct="0">
              <a:spcBef>
                <a:spcPct val="0"/>
              </a:spcBef>
              <a:spcAft>
                <a:spcPct val="0"/>
              </a:spcAft>
              <a:defRPr>
                <a:solidFill>
                  <a:schemeClr val="tx1"/>
                </a:solidFill>
                <a:latin typeface="Calisto MT" panose="02040603050505030304" pitchFamily="18" charset="0"/>
                <a:ea typeface="MS PGothic" panose="020B0600070205080204" pitchFamily="34" charset="-128"/>
              </a:defRPr>
            </a:lvl8pPr>
            <a:lvl9pPr marL="3869505" indent="-227618" eaLnBrk="0" fontAlgn="base" hangingPunct="0">
              <a:spcBef>
                <a:spcPct val="0"/>
              </a:spcBef>
              <a:spcAft>
                <a:spcPct val="0"/>
              </a:spcAft>
              <a:defRPr>
                <a:solidFill>
                  <a:schemeClr val="tx1"/>
                </a:solidFill>
                <a:latin typeface="Calisto MT" panose="02040603050505030304" pitchFamily="18" charset="0"/>
                <a:ea typeface="MS PGothic" panose="020B0600070205080204" pitchFamily="34" charset="-128"/>
              </a:defRPr>
            </a:lvl9pPr>
          </a:lstStyle>
          <a:p>
            <a:fld id="{1432D381-3A4D-46A2-9363-1B78907BD024}" type="slidenum">
              <a:rPr lang="en-US" altLang="en-US">
                <a:latin typeface="Calibri" panose="020F0502020204030204" pitchFamily="34" charset="0"/>
              </a:rPr>
              <a:pPr/>
              <a:t>1</a:t>
            </a:fld>
            <a:endParaRPr lang="en-US" altLang="en-US">
              <a:latin typeface="Calibri" panose="020F0502020204030204" pitchFamily="34" charset="0"/>
            </a:endParaRPr>
          </a:p>
        </p:txBody>
      </p:sp>
    </p:spTree>
    <p:extLst>
      <p:ext uri="{BB962C8B-B14F-4D97-AF65-F5344CB8AC3E}">
        <p14:creationId xmlns:p14="http://schemas.microsoft.com/office/powerpoint/2010/main" val="2451950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57133">
              <a:defRPr/>
            </a:pPr>
            <a:endParaRPr lang="en-US" dirty="0"/>
          </a:p>
        </p:txBody>
      </p:sp>
      <p:sp>
        <p:nvSpPr>
          <p:cNvPr id="4" name="Slide Number Placeholder 3"/>
          <p:cNvSpPr>
            <a:spLocks noGrp="1"/>
          </p:cNvSpPr>
          <p:nvPr>
            <p:ph type="sldNum" sz="quarter" idx="10"/>
          </p:nvPr>
        </p:nvSpPr>
        <p:spPr/>
        <p:txBody>
          <a:bodyPr/>
          <a:lstStyle/>
          <a:p>
            <a:fld id="{AE496BC7-C0C9-49FB-9F87-EE2DCACF4F4D}" type="slidenum">
              <a:rPr lang="en-US" altLang="en-US" smtClean="0"/>
              <a:pPr/>
              <a:t>3</a:t>
            </a:fld>
            <a:endParaRPr lang="en-US" altLang="en-US"/>
          </a:p>
        </p:txBody>
      </p:sp>
    </p:spTree>
    <p:extLst>
      <p:ext uri="{BB962C8B-B14F-4D97-AF65-F5344CB8AC3E}">
        <p14:creationId xmlns:p14="http://schemas.microsoft.com/office/powerpoint/2010/main" val="1835513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496BC7-C0C9-49FB-9F87-EE2DCACF4F4D}" type="slidenum">
              <a:rPr lang="en-US" altLang="en-US" smtClean="0"/>
              <a:pPr/>
              <a:t>4</a:t>
            </a:fld>
            <a:endParaRPr lang="en-US" altLang="en-US"/>
          </a:p>
        </p:txBody>
      </p:sp>
    </p:spTree>
    <p:extLst>
      <p:ext uri="{BB962C8B-B14F-4D97-AF65-F5344CB8AC3E}">
        <p14:creationId xmlns:p14="http://schemas.microsoft.com/office/powerpoint/2010/main" val="967614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496BC7-C0C9-49FB-9F87-EE2DCACF4F4D}" type="slidenum">
              <a:rPr lang="en-US" altLang="en-US" smtClean="0"/>
              <a:pPr/>
              <a:t>5</a:t>
            </a:fld>
            <a:endParaRPr lang="en-US" altLang="en-US"/>
          </a:p>
        </p:txBody>
      </p:sp>
    </p:spTree>
    <p:extLst>
      <p:ext uri="{BB962C8B-B14F-4D97-AF65-F5344CB8AC3E}">
        <p14:creationId xmlns:p14="http://schemas.microsoft.com/office/powerpoint/2010/main" val="2830706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496BC7-C0C9-49FB-9F87-EE2DCACF4F4D}" type="slidenum">
              <a:rPr lang="en-US" altLang="en-US" smtClean="0"/>
              <a:pPr/>
              <a:t>6</a:t>
            </a:fld>
            <a:endParaRPr lang="en-US" altLang="en-US"/>
          </a:p>
        </p:txBody>
      </p:sp>
    </p:spTree>
    <p:extLst>
      <p:ext uri="{BB962C8B-B14F-4D97-AF65-F5344CB8AC3E}">
        <p14:creationId xmlns:p14="http://schemas.microsoft.com/office/powerpoint/2010/main" val="2942621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496BC7-C0C9-49FB-9F87-EE2DCACF4F4D}" type="slidenum">
              <a:rPr lang="en-US" altLang="en-US" smtClean="0"/>
              <a:pPr/>
              <a:t>7</a:t>
            </a:fld>
            <a:endParaRPr lang="en-US" altLang="en-US"/>
          </a:p>
        </p:txBody>
      </p:sp>
    </p:spTree>
    <p:extLst>
      <p:ext uri="{BB962C8B-B14F-4D97-AF65-F5344CB8AC3E}">
        <p14:creationId xmlns:p14="http://schemas.microsoft.com/office/powerpoint/2010/main" val="12983511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496BC7-C0C9-49FB-9F87-EE2DCACF4F4D}" type="slidenum">
              <a:rPr lang="en-US" altLang="en-US" smtClean="0"/>
              <a:pPr/>
              <a:t>8</a:t>
            </a:fld>
            <a:endParaRPr lang="en-US" altLang="en-US"/>
          </a:p>
        </p:txBody>
      </p:sp>
    </p:spTree>
    <p:extLst>
      <p:ext uri="{BB962C8B-B14F-4D97-AF65-F5344CB8AC3E}">
        <p14:creationId xmlns:p14="http://schemas.microsoft.com/office/powerpoint/2010/main" val="1555232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496BC7-C0C9-49FB-9F87-EE2DCACF4F4D}" type="slidenum">
              <a:rPr lang="en-US" altLang="en-US" smtClean="0"/>
              <a:pPr/>
              <a:t>9</a:t>
            </a:fld>
            <a:endParaRPr lang="en-US" altLang="en-US"/>
          </a:p>
        </p:txBody>
      </p:sp>
    </p:spTree>
    <p:extLst>
      <p:ext uri="{BB962C8B-B14F-4D97-AF65-F5344CB8AC3E}">
        <p14:creationId xmlns:p14="http://schemas.microsoft.com/office/powerpoint/2010/main" val="38628629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496BC7-C0C9-49FB-9F87-EE2DCACF4F4D}" type="slidenum">
              <a:rPr lang="en-US" altLang="en-US" smtClean="0"/>
              <a:pPr/>
              <a:t>10</a:t>
            </a:fld>
            <a:endParaRPr lang="en-US" altLang="en-US"/>
          </a:p>
        </p:txBody>
      </p:sp>
    </p:spTree>
    <p:extLst>
      <p:ext uri="{BB962C8B-B14F-4D97-AF65-F5344CB8AC3E}">
        <p14:creationId xmlns:p14="http://schemas.microsoft.com/office/powerpoint/2010/main" val="32115896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496BC7-C0C9-49FB-9F87-EE2DCACF4F4D}" type="slidenum">
              <a:rPr lang="en-US" altLang="en-US" smtClean="0"/>
              <a:pPr/>
              <a:t>11</a:t>
            </a:fld>
            <a:endParaRPr lang="en-US" altLang="en-US"/>
          </a:p>
        </p:txBody>
      </p:sp>
    </p:spTree>
    <p:extLst>
      <p:ext uri="{BB962C8B-B14F-4D97-AF65-F5344CB8AC3E}">
        <p14:creationId xmlns:p14="http://schemas.microsoft.com/office/powerpoint/2010/main" val="19677244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496BC7-C0C9-49FB-9F87-EE2DCACF4F4D}" type="slidenum">
              <a:rPr lang="en-US" altLang="en-US" smtClean="0"/>
              <a:pPr/>
              <a:t>12</a:t>
            </a:fld>
            <a:endParaRPr lang="en-US" altLang="en-US"/>
          </a:p>
        </p:txBody>
      </p:sp>
    </p:spTree>
    <p:extLst>
      <p:ext uri="{BB962C8B-B14F-4D97-AF65-F5344CB8AC3E}">
        <p14:creationId xmlns:p14="http://schemas.microsoft.com/office/powerpoint/2010/main" val="33797205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496BC7-C0C9-49FB-9F87-EE2DCACF4F4D}" type="slidenum">
              <a:rPr lang="en-US" altLang="en-US" smtClean="0"/>
              <a:pPr/>
              <a:t>13</a:t>
            </a:fld>
            <a:endParaRPr lang="en-US" altLang="en-US"/>
          </a:p>
        </p:txBody>
      </p:sp>
    </p:spTree>
    <p:extLst>
      <p:ext uri="{BB962C8B-B14F-4D97-AF65-F5344CB8AC3E}">
        <p14:creationId xmlns:p14="http://schemas.microsoft.com/office/powerpoint/2010/main" val="2446351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496BC7-C0C9-49FB-9F87-EE2DCACF4F4D}" type="slidenum">
              <a:rPr lang="en-US" altLang="en-US" smtClean="0"/>
              <a:pPr/>
              <a:t>14</a:t>
            </a:fld>
            <a:endParaRPr lang="en-US" altLang="en-US"/>
          </a:p>
        </p:txBody>
      </p:sp>
    </p:spTree>
    <p:extLst>
      <p:ext uri="{BB962C8B-B14F-4D97-AF65-F5344CB8AC3E}">
        <p14:creationId xmlns:p14="http://schemas.microsoft.com/office/powerpoint/2010/main" val="210712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496BC7-C0C9-49FB-9F87-EE2DCACF4F4D}" type="slidenum">
              <a:rPr lang="en-US" altLang="en-US" smtClean="0"/>
              <a:pPr/>
              <a:t>15</a:t>
            </a:fld>
            <a:endParaRPr lang="en-US" altLang="en-US"/>
          </a:p>
        </p:txBody>
      </p:sp>
    </p:spTree>
    <p:extLst>
      <p:ext uri="{BB962C8B-B14F-4D97-AF65-F5344CB8AC3E}">
        <p14:creationId xmlns:p14="http://schemas.microsoft.com/office/powerpoint/2010/main" val="1891350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496BC7-C0C9-49FB-9F87-EE2DCACF4F4D}" type="slidenum">
              <a:rPr lang="en-US" altLang="en-US" smtClean="0"/>
              <a:pPr/>
              <a:t>16</a:t>
            </a:fld>
            <a:endParaRPr lang="en-US" altLang="en-US"/>
          </a:p>
        </p:txBody>
      </p:sp>
    </p:spTree>
    <p:extLst>
      <p:ext uri="{BB962C8B-B14F-4D97-AF65-F5344CB8AC3E}">
        <p14:creationId xmlns:p14="http://schemas.microsoft.com/office/powerpoint/2010/main" val="24031785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496BC7-C0C9-49FB-9F87-EE2DCACF4F4D}" type="slidenum">
              <a:rPr lang="en-US" altLang="en-US" smtClean="0"/>
              <a:pPr/>
              <a:t>17</a:t>
            </a:fld>
            <a:endParaRPr lang="en-US" altLang="en-US"/>
          </a:p>
        </p:txBody>
      </p:sp>
    </p:spTree>
    <p:extLst>
      <p:ext uri="{BB962C8B-B14F-4D97-AF65-F5344CB8AC3E}">
        <p14:creationId xmlns:p14="http://schemas.microsoft.com/office/powerpoint/2010/main" val="15145836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496BC7-C0C9-49FB-9F87-EE2DCACF4F4D}" type="slidenum">
              <a:rPr lang="en-US" altLang="en-US" smtClean="0"/>
              <a:pPr/>
              <a:t>18</a:t>
            </a:fld>
            <a:endParaRPr lang="en-US" altLang="en-US"/>
          </a:p>
        </p:txBody>
      </p:sp>
    </p:spTree>
    <p:extLst>
      <p:ext uri="{BB962C8B-B14F-4D97-AF65-F5344CB8AC3E}">
        <p14:creationId xmlns:p14="http://schemas.microsoft.com/office/powerpoint/2010/main" val="18369062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496BC7-C0C9-49FB-9F87-EE2DCACF4F4D}" type="slidenum">
              <a:rPr lang="en-US" altLang="en-US" smtClean="0"/>
              <a:pPr/>
              <a:t>19</a:t>
            </a:fld>
            <a:endParaRPr lang="en-US" altLang="en-US"/>
          </a:p>
        </p:txBody>
      </p:sp>
    </p:spTree>
    <p:extLst>
      <p:ext uri="{BB962C8B-B14F-4D97-AF65-F5344CB8AC3E}">
        <p14:creationId xmlns:p14="http://schemas.microsoft.com/office/powerpoint/2010/main" val="26083227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p:spPr>
      </p:sp>
      <p:sp>
        <p:nvSpPr>
          <p:cNvPr id="3277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891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BF26CB0-33CA-410B-9D04-13E3FE4F8B36}" type="slidenum">
              <a:rPr lang="en-US" smtClean="0"/>
              <a:pPr fontAlgn="base">
                <a:spcBef>
                  <a:spcPct val="0"/>
                </a:spcBef>
                <a:spcAft>
                  <a:spcPct val="0"/>
                </a:spcAft>
                <a:defRPr/>
              </a:pPr>
              <a:t>20</a:t>
            </a:fld>
            <a:endParaRPr lang="en-US" smtClean="0"/>
          </a:p>
        </p:txBody>
      </p:sp>
      <p:sp>
        <p:nvSpPr>
          <p:cNvPr id="38917" name="Date Placeholder 4"/>
          <p:cNvSpPr>
            <a:spLocks noGrp="1"/>
          </p:cNvSpPr>
          <p:nvPr>
            <p:ph type="dt" sz="quarter" idx="1"/>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fld id="{8D795422-E608-4AD5-A8CF-F9DBD2D0CDAE}" type="datetime3">
              <a:rPr lang="en-US" smtClean="0"/>
              <a:pPr fontAlgn="base">
                <a:spcBef>
                  <a:spcPct val="0"/>
                </a:spcBef>
                <a:spcAft>
                  <a:spcPct val="0"/>
                </a:spcAft>
                <a:defRPr/>
              </a:pPr>
              <a:t>15 January 2020</a:t>
            </a:fld>
            <a:endParaRPr lang="en-US" smtClean="0"/>
          </a:p>
        </p:txBody>
      </p:sp>
    </p:spTree>
    <p:extLst>
      <p:ext uri="{BB962C8B-B14F-4D97-AF65-F5344CB8AC3E}">
        <p14:creationId xmlns:p14="http://schemas.microsoft.com/office/powerpoint/2010/main" val="35851426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0" y="0"/>
            <a:ext cx="14636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 name="Picture 3"/>
          <p:cNvPicPr>
            <a:picLocks noChangeAspect="1" noChangeArrowheads="1"/>
          </p:cNvPicPr>
          <p:nvPr userDrawn="1"/>
        </p:nvPicPr>
        <p:blipFill>
          <a:blip r:embed="rId2" cstate="print">
            <a:clrChange>
              <a:clrFrom>
                <a:srgbClr val="FFFDFC"/>
              </a:clrFrom>
              <a:clrTo>
                <a:srgbClr val="FFFDFC">
                  <a:alpha val="0"/>
                </a:srgbClr>
              </a:clrTo>
            </a:clrChange>
            <a:extLst>
              <a:ext uri="{28A0092B-C50C-407E-A947-70E740481C1C}">
                <a14:useLocalDpi xmlns:a14="http://schemas.microsoft.com/office/drawing/2010/main" val="0"/>
              </a:ext>
            </a:extLst>
          </a:blip>
          <a:srcRect/>
          <a:stretch>
            <a:fillRect/>
          </a:stretch>
        </p:blipFill>
        <p:spPr bwMode="auto">
          <a:xfrm>
            <a:off x="123028" y="215896"/>
            <a:ext cx="1188720" cy="1188720"/>
          </a:xfrm>
          <a:prstGeom prst="ellipse">
            <a:avLst/>
          </a:prstGeom>
          <a:ln w="3175"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ctrTitle"/>
          </p:nvPr>
        </p:nvSpPr>
        <p:spPr>
          <a:xfrm>
            <a:off x="685800" y="2130425"/>
            <a:ext cx="7772400" cy="1470025"/>
          </a:xfrm>
        </p:spPr>
        <p:txBody>
          <a:body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6" name="Date Placeholder 3"/>
          <p:cNvSpPr>
            <a:spLocks noGrp="1"/>
          </p:cNvSpPr>
          <p:nvPr>
            <p:ph type="dt" sz="half" idx="10"/>
          </p:nvPr>
        </p:nvSpPr>
        <p:spPr/>
        <p:txBody>
          <a:bodyPr/>
          <a:lstStyle>
            <a:lvl1pPr>
              <a:defRPr/>
            </a:lvl1pPr>
          </a:lstStyle>
          <a:p>
            <a:pPr>
              <a:defRPr/>
            </a:pPr>
            <a:fld id="{89B9AB24-0135-4496-B394-2B7D69977A0D}" type="datetime1">
              <a:rPr lang="en-US" altLang="en-US"/>
              <a:pPr>
                <a:defRPr/>
              </a:pPr>
              <a:t>1/15/2020</a:t>
            </a:fld>
            <a:endParaRPr lang="en-US" alt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fld id="{829A3054-582C-49C8-856C-9C8CB7A74BE8}" type="slidenum">
              <a:rPr lang="en-US" altLang="en-US"/>
              <a:pPr/>
              <a:t>‹#›</a:t>
            </a:fld>
            <a:endParaRPr lang="en-US" altLang="en-US"/>
          </a:p>
        </p:txBody>
      </p:sp>
    </p:spTree>
    <p:extLst>
      <p:ext uri="{BB962C8B-B14F-4D97-AF65-F5344CB8AC3E}">
        <p14:creationId xmlns:p14="http://schemas.microsoft.com/office/powerpoint/2010/main" val="1444544485"/>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p:nvPr userDrawn="1"/>
        </p:nvSpPr>
        <p:spPr>
          <a:xfrm>
            <a:off x="0" y="0"/>
            <a:ext cx="9144000" cy="12472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 name="Picture 3"/>
          <p:cNvPicPr>
            <a:picLocks noChangeAspect="1" noChangeArrowheads="1"/>
          </p:cNvPicPr>
          <p:nvPr userDrawn="1"/>
        </p:nvPicPr>
        <p:blipFill>
          <a:blip r:embed="rId2" cstate="print">
            <a:clrChange>
              <a:clrFrom>
                <a:srgbClr val="FFFDFC"/>
              </a:clrFrom>
              <a:clrTo>
                <a:srgbClr val="FFFDFC">
                  <a:alpha val="0"/>
                </a:srgbClr>
              </a:clrTo>
            </a:clrChange>
            <a:extLst>
              <a:ext uri="{28A0092B-C50C-407E-A947-70E740481C1C}">
                <a14:useLocalDpi xmlns:a14="http://schemas.microsoft.com/office/drawing/2010/main" val="0"/>
              </a:ext>
            </a:extLst>
          </a:blip>
          <a:srcRect/>
          <a:stretch>
            <a:fillRect/>
          </a:stretch>
        </p:blipFill>
        <p:spPr bwMode="auto">
          <a:xfrm>
            <a:off x="123028" y="58564"/>
            <a:ext cx="1188720" cy="1188720"/>
          </a:xfrm>
          <a:prstGeom prst="ellipse">
            <a:avLst/>
          </a:prstGeom>
          <a:ln w="3175"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a:xfrm>
            <a:off x="1628775" y="72354"/>
            <a:ext cx="7058025" cy="972646"/>
          </a:xfr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123027" y="1393514"/>
            <a:ext cx="8811653" cy="4732649"/>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p:txBody>
          <a:bodyPr/>
          <a:lstStyle>
            <a:lvl1pPr>
              <a:defRPr/>
            </a:lvl1pPr>
          </a:lstStyle>
          <a:p>
            <a:pPr>
              <a:defRPr/>
            </a:pPr>
            <a:endParaRPr lang="en-US"/>
          </a:p>
        </p:txBody>
      </p:sp>
      <p:sp>
        <p:nvSpPr>
          <p:cNvPr id="7" name="Slide Number Placeholder 5"/>
          <p:cNvSpPr>
            <a:spLocks noGrp="1"/>
          </p:cNvSpPr>
          <p:nvPr>
            <p:ph type="sldNum" sz="quarter" idx="11"/>
          </p:nvPr>
        </p:nvSpPr>
        <p:spPr/>
        <p:txBody>
          <a:bodyPr/>
          <a:lstStyle>
            <a:lvl1pPr>
              <a:defRPr/>
            </a:lvl1pPr>
          </a:lstStyle>
          <a:p>
            <a:fld id="{0F713425-C079-4B97-8123-77BAE120B63D}" type="slidenum">
              <a:rPr lang="en-US" altLang="en-US"/>
              <a:pPr/>
              <a:t>‹#›</a:t>
            </a:fld>
            <a:endParaRPr lang="en-US" altLang="en-US"/>
          </a:p>
        </p:txBody>
      </p:sp>
      <p:sp>
        <p:nvSpPr>
          <p:cNvPr id="8" name="Date Placeholder 3"/>
          <p:cNvSpPr>
            <a:spLocks noGrp="1"/>
          </p:cNvSpPr>
          <p:nvPr>
            <p:ph type="dt" sz="half" idx="12"/>
          </p:nvPr>
        </p:nvSpPr>
        <p:spPr/>
        <p:txBody>
          <a:bodyPr/>
          <a:lstStyle>
            <a:lvl1pPr>
              <a:defRPr/>
            </a:lvl1pPr>
          </a:lstStyle>
          <a:p>
            <a:pPr>
              <a:defRPr/>
            </a:pPr>
            <a:fld id="{EF4EA53D-D3A2-4A6E-AB5B-99B08EB56B9F}" type="datetime1">
              <a:rPr lang="en-US" altLang="en-US"/>
              <a:pPr>
                <a:defRPr/>
              </a:pPr>
              <a:t>1/15/2020</a:t>
            </a:fld>
            <a:endParaRPr lang="en-US" altLang="en-US" dirty="0"/>
          </a:p>
        </p:txBody>
      </p:sp>
    </p:spTree>
    <p:extLst>
      <p:ext uri="{BB962C8B-B14F-4D97-AF65-F5344CB8AC3E}">
        <p14:creationId xmlns:p14="http://schemas.microsoft.com/office/powerpoint/2010/main" val="700958666"/>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4" name="Rectangle 3"/>
          <p:cNvSpPr/>
          <p:nvPr userDrawn="1"/>
        </p:nvSpPr>
        <p:spPr>
          <a:xfrm rot="16200000" flipH="1" flipV="1">
            <a:off x="3886200" y="-3867150"/>
            <a:ext cx="1371600" cy="914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 name="Picture 3"/>
          <p:cNvPicPr>
            <a:picLocks noChangeAspect="1" noChangeArrowheads="1"/>
          </p:cNvPicPr>
          <p:nvPr userDrawn="1"/>
        </p:nvPicPr>
        <p:blipFill>
          <a:blip r:embed="rId2" cstate="print">
            <a:clrChange>
              <a:clrFrom>
                <a:srgbClr val="FFFDFC"/>
              </a:clrFrom>
              <a:clrTo>
                <a:srgbClr val="FFFDFC">
                  <a:alpha val="0"/>
                </a:srgbClr>
              </a:clrTo>
            </a:clrChange>
            <a:extLst>
              <a:ext uri="{28A0092B-C50C-407E-A947-70E740481C1C}">
                <a14:useLocalDpi xmlns:a14="http://schemas.microsoft.com/office/drawing/2010/main" val="0"/>
              </a:ext>
            </a:extLst>
          </a:blip>
          <a:srcRect/>
          <a:stretch>
            <a:fillRect/>
          </a:stretch>
        </p:blipFill>
        <p:spPr bwMode="auto">
          <a:xfrm>
            <a:off x="123028" y="101592"/>
            <a:ext cx="1188720" cy="1188720"/>
          </a:xfrm>
          <a:prstGeom prst="ellipse">
            <a:avLst/>
          </a:prstGeom>
          <a:ln w="3175"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a:xfrm>
            <a:off x="1628775" y="274638"/>
            <a:ext cx="7058025" cy="1143000"/>
          </a:xfr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1628776" y="1600200"/>
            <a:ext cx="7058024" cy="4525963"/>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p:txBody>
          <a:bodyPr/>
          <a:lstStyle>
            <a:lvl1pPr>
              <a:defRPr/>
            </a:lvl1pPr>
          </a:lstStyle>
          <a:p>
            <a:pPr>
              <a:defRPr/>
            </a:pPr>
            <a:endParaRPr lang="en-US"/>
          </a:p>
        </p:txBody>
      </p:sp>
      <p:sp>
        <p:nvSpPr>
          <p:cNvPr id="7" name="Slide Number Placeholder 5"/>
          <p:cNvSpPr>
            <a:spLocks noGrp="1"/>
          </p:cNvSpPr>
          <p:nvPr>
            <p:ph type="sldNum" sz="quarter" idx="11"/>
          </p:nvPr>
        </p:nvSpPr>
        <p:spPr/>
        <p:txBody>
          <a:bodyPr/>
          <a:lstStyle>
            <a:lvl1pPr>
              <a:defRPr/>
            </a:lvl1pPr>
          </a:lstStyle>
          <a:p>
            <a:fld id="{A2C2F2A2-C04E-4524-9E13-26AC6DEB0749}" type="slidenum">
              <a:rPr lang="en-US" altLang="en-US"/>
              <a:pPr/>
              <a:t>‹#›</a:t>
            </a:fld>
            <a:endParaRPr lang="en-US" altLang="en-US"/>
          </a:p>
        </p:txBody>
      </p:sp>
      <p:sp>
        <p:nvSpPr>
          <p:cNvPr id="8" name="Date Placeholder 3"/>
          <p:cNvSpPr>
            <a:spLocks noGrp="1"/>
          </p:cNvSpPr>
          <p:nvPr>
            <p:ph type="dt" sz="half" idx="12"/>
          </p:nvPr>
        </p:nvSpPr>
        <p:spPr/>
        <p:txBody>
          <a:bodyPr/>
          <a:lstStyle>
            <a:lvl1pPr>
              <a:defRPr/>
            </a:lvl1pPr>
          </a:lstStyle>
          <a:p>
            <a:pPr>
              <a:defRPr/>
            </a:pPr>
            <a:fld id="{CE88AFA8-211F-4CC1-813F-7137D3F997E2}" type="datetime1">
              <a:rPr lang="en-US" altLang="en-US"/>
              <a:pPr>
                <a:defRPr/>
              </a:pPr>
              <a:t>1/15/2020</a:t>
            </a:fld>
            <a:endParaRPr lang="en-US" altLang="en-US" dirty="0"/>
          </a:p>
        </p:txBody>
      </p:sp>
    </p:spTree>
    <p:extLst>
      <p:ext uri="{BB962C8B-B14F-4D97-AF65-F5344CB8AC3E}">
        <p14:creationId xmlns:p14="http://schemas.microsoft.com/office/powerpoint/2010/main" val="3359590001"/>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p:nvPr userDrawn="1"/>
        </p:nvSpPr>
        <p:spPr>
          <a:xfrm rot="16200000">
            <a:off x="3932237" y="-1025524"/>
            <a:ext cx="1279525" cy="9144000"/>
          </a:xfrm>
          <a:prstGeom prst="rect">
            <a:avLst/>
          </a:prstGeom>
          <a:pattFill prst="dkHorz">
            <a:fgClr>
              <a:schemeClr val="accent1"/>
            </a:fgClr>
            <a:bgClr>
              <a:schemeClr val="bg1"/>
            </a:bgClr>
          </a:pattFill>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5" y="282575"/>
            <a:ext cx="1749425" cy="212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742950" y="4192582"/>
            <a:ext cx="7772400" cy="1285867"/>
          </a:xfrm>
        </p:spPr>
        <p:txBody>
          <a:bodyPr anchor="t"/>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4"/>
            <a:ext cx="7772400" cy="128586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6" name="Date Placeholder 3"/>
          <p:cNvSpPr>
            <a:spLocks noGrp="1"/>
          </p:cNvSpPr>
          <p:nvPr>
            <p:ph type="dt" sz="half" idx="10"/>
          </p:nvPr>
        </p:nvSpPr>
        <p:spPr/>
        <p:txBody>
          <a:bodyPr/>
          <a:lstStyle>
            <a:lvl1pPr>
              <a:defRPr/>
            </a:lvl1pPr>
          </a:lstStyle>
          <a:p>
            <a:pPr>
              <a:defRPr/>
            </a:pPr>
            <a:fld id="{9C5ECA73-D153-427C-B6C9-4EBA0780AEA9}" type="datetime1">
              <a:rPr lang="en-US" altLang="en-US"/>
              <a:pPr>
                <a:defRPr/>
              </a:pPr>
              <a:t>1/15/2020</a:t>
            </a:fld>
            <a:endParaRPr lang="en-US" alt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fld id="{C9FE45F7-C905-4BA4-860C-E250942A8C6E}" type="slidenum">
              <a:rPr lang="en-US" altLang="en-US"/>
              <a:pPr/>
              <a:t>‹#›</a:t>
            </a:fld>
            <a:endParaRPr lang="en-US" altLang="en-US"/>
          </a:p>
        </p:txBody>
      </p:sp>
    </p:spTree>
    <p:extLst>
      <p:ext uri="{BB962C8B-B14F-4D97-AF65-F5344CB8AC3E}">
        <p14:creationId xmlns:p14="http://schemas.microsoft.com/office/powerpoint/2010/main" val="1974895234"/>
      </p:ext>
    </p:extLst>
  </p:cSld>
  <p:clrMapOvr>
    <a:masterClrMapping/>
  </p:clrMapOvr>
  <p:transition spd="slow"/>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smtClean="0">
                <a:solidFill>
                  <a:schemeClr val="tx1">
                    <a:tint val="75000"/>
                  </a:schemeClr>
                </a:solidFill>
              </a:defRPr>
            </a:lvl1pPr>
          </a:lstStyle>
          <a:p>
            <a:pPr>
              <a:defRPr/>
            </a:pPr>
            <a:fld id="{5DA7231A-2754-4B68-A337-2DA784E5FAB5}" type="datetime1">
              <a:rPr lang="en-US" altLang="en-US"/>
              <a:pPr>
                <a:defRPr/>
              </a:pPr>
              <a:t>1/15/2020</a:t>
            </a:fld>
            <a:endParaRPr lang="en-US"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E347AAA8-DF01-47C1-BEDE-B940D380854B}"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slow"/>
  <p:timing>
    <p:tnLst>
      <p:par>
        <p:cTn id="1" dur="indefinite" restart="never" nodeType="tmRoot"/>
      </p:par>
    </p:tnLst>
  </p:timing>
  <p:hf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hyperlink" Target="Referrence/Article%2057%20En.docx" TargetMode="External"/><Relationship Id="rId13" Type="http://schemas.openxmlformats.org/officeDocument/2006/relationships/hyperlink" Target="Referrence/Prakas%20No.%20928%20on%20Temporary%20Importation%20English.pdf" TargetMode="External"/><Relationship Id="rId3" Type="http://schemas.openxmlformats.org/officeDocument/2006/relationships/hyperlink" Target="Referrence/Articel%2015%20EN.pdf" TargetMode="External"/><Relationship Id="rId7" Type="http://schemas.openxmlformats.org/officeDocument/2006/relationships/hyperlink" Target="Referrence/Article%2051%20and%2052%20EN.docx" TargetMode="External"/><Relationship Id="rId12" Type="http://schemas.openxmlformats.org/officeDocument/2006/relationships/hyperlink" Target="Referrence/Instructions%20PCA%20Manule%20No.583.docx"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hyperlink" Target="Referrence/Article%2026%20and%2027%20EN.docx" TargetMode="External"/><Relationship Id="rId11" Type="http://schemas.openxmlformats.org/officeDocument/2006/relationships/hyperlink" Target="Referrence/Prakas%20No.%20388%20on%20PCA%20English.pdf" TargetMode="External"/><Relationship Id="rId5" Type="http://schemas.openxmlformats.org/officeDocument/2006/relationships/hyperlink" Target="Referrence/Article%2024%20EN.docx" TargetMode="External"/><Relationship Id="rId15" Type="http://schemas.openxmlformats.org/officeDocument/2006/relationships/hyperlink" Target="Referrence/Prakas%20No.%20105%20on%20Management%20of%20Goods%20that%20Exempt%20Duties%20and%20Taxes.pdf" TargetMode="External"/><Relationship Id="rId10" Type="http://schemas.openxmlformats.org/officeDocument/2006/relationships/hyperlink" Target="Referrence/Article%2075.docx" TargetMode="External"/><Relationship Id="rId4" Type="http://schemas.openxmlformats.org/officeDocument/2006/relationships/hyperlink" Target="Referrence/Article%2018%20EN.docx" TargetMode="External"/><Relationship Id="rId9" Type="http://schemas.openxmlformats.org/officeDocument/2006/relationships/hyperlink" Target="Referrence/Article%2074%20EN.docx" TargetMode="External"/><Relationship Id="rId14" Type="http://schemas.openxmlformats.org/officeDocument/2006/relationships/hyperlink" Target="Referrence/Prakas%20No.%20113%20on%20Management%20of%20Documents%20Books%20Records%20and%20Other%20Information.pdf"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Referrence/GMAC%20letter%20on%20Wast%20Requested.pdf"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hyperlink" Target="Referrence/Responded%20to%20GMAC%20on%20WASTAGE%20Disposal.pdf" TargetMode="External"/><Relationship Id="rId5" Type="http://schemas.openxmlformats.org/officeDocument/2006/relationships/hyperlink" Target="Referrence/&#6047;&#6086;&#6030;&#6078;%20GMAC%20&#6016;&#6042;&#6030;&#6072;&#6047;&#6086;&#6030;&#6043;&#6091;.pdf" TargetMode="External"/><Relationship Id="rId4" Type="http://schemas.openxmlformats.org/officeDocument/2006/relationships/hyperlink" Target="Referrence/WTO%20recomment%20on%20Wast.pdf"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itle 1"/>
          <p:cNvSpPr txBox="1">
            <a:spLocks/>
          </p:cNvSpPr>
          <p:nvPr/>
        </p:nvSpPr>
        <p:spPr bwMode="auto">
          <a:xfrm>
            <a:off x="1481601" y="283960"/>
            <a:ext cx="7422688" cy="721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MS PGothic"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MS PGothic"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MS PGothic"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MS PGothic"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9pPr>
          </a:lstStyle>
          <a:p>
            <a:pPr algn="ctr">
              <a:spcBef>
                <a:spcPct val="0"/>
              </a:spcBef>
              <a:buFontTx/>
              <a:buNone/>
              <a:defRPr/>
            </a:pPr>
            <a:r>
              <a:rPr lang="en-US" altLang="en-US" dirty="0" smtClean="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General Department of Customs and Excise</a:t>
            </a:r>
          </a:p>
        </p:txBody>
      </p:sp>
      <p:sp>
        <p:nvSpPr>
          <p:cNvPr id="3076" name="Subtitle 2"/>
          <p:cNvSpPr txBox="1">
            <a:spLocks/>
          </p:cNvSpPr>
          <p:nvPr/>
        </p:nvSpPr>
        <p:spPr bwMode="auto">
          <a:xfrm>
            <a:off x="3876332" y="1661410"/>
            <a:ext cx="4980215" cy="1412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ct val="20000"/>
              </a:spcBef>
              <a:buFont typeface="Arial" pitchFamily="34" charset="0"/>
              <a:buChar char="•"/>
              <a:defRPr sz="3200">
                <a:solidFill>
                  <a:schemeClr val="tx1"/>
                </a:solidFill>
                <a:latin typeface="Calibri" pitchFamily="34" charset="0"/>
                <a:ea typeface="MS PGothic" pitchFamily="34" charset="-128"/>
              </a:defRPr>
            </a:lvl1pPr>
            <a:lvl2pPr defTabSz="457200" eaLnBrk="0" hangingPunct="0">
              <a:spcBef>
                <a:spcPct val="20000"/>
              </a:spcBef>
              <a:buFont typeface="Arial" pitchFamily="34" charset="0"/>
              <a:buChar char="–"/>
              <a:defRPr sz="2800">
                <a:solidFill>
                  <a:schemeClr val="tx1"/>
                </a:solidFill>
                <a:latin typeface="Calibri" pitchFamily="34" charset="0"/>
                <a:ea typeface="MS PGothic" pitchFamily="34" charset="-128"/>
              </a:defRPr>
            </a:lvl2pPr>
            <a:lvl3pPr defTabSz="457200" eaLnBrk="0" hangingPunct="0">
              <a:spcBef>
                <a:spcPct val="20000"/>
              </a:spcBef>
              <a:buFont typeface="Arial" pitchFamily="34" charset="0"/>
              <a:buChar char="•"/>
              <a:defRPr sz="2400">
                <a:solidFill>
                  <a:schemeClr val="tx1"/>
                </a:solidFill>
                <a:latin typeface="Calibri" pitchFamily="34" charset="0"/>
                <a:ea typeface="MS PGothic" pitchFamily="34" charset="-128"/>
              </a:defRPr>
            </a:lvl3pPr>
            <a:lvl4pPr defTabSz="457200" eaLnBrk="0" hangingPunct="0">
              <a:spcBef>
                <a:spcPct val="20000"/>
              </a:spcBef>
              <a:buFont typeface="Arial" pitchFamily="34" charset="0"/>
              <a:buChar char="–"/>
              <a:defRPr sz="2000">
                <a:solidFill>
                  <a:schemeClr val="tx1"/>
                </a:solidFill>
                <a:latin typeface="Calibri" pitchFamily="34" charset="0"/>
                <a:ea typeface="MS PGothic" pitchFamily="34" charset="-128"/>
              </a:defRPr>
            </a:lvl4pPr>
            <a:lvl5pPr defTabSz="457200" eaLnBrk="0" hangingPunct="0">
              <a:spcBef>
                <a:spcPct val="20000"/>
              </a:spcBef>
              <a:buFont typeface="Arial" pitchFamily="34" charset="0"/>
              <a:buChar char="»"/>
              <a:defRPr sz="2000">
                <a:solidFill>
                  <a:schemeClr val="tx1"/>
                </a:solidFill>
                <a:latin typeface="Calibri" pitchFamily="34" charset="0"/>
                <a:ea typeface="MS PGothic" pitchFamily="34" charset="-128"/>
              </a:defRPr>
            </a:lvl5pPr>
            <a:lvl6pPr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6pPr>
            <a:lvl7pPr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7pPr>
            <a:lvl8pPr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8pPr>
            <a:lvl9pPr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9pPr>
          </a:lstStyle>
          <a:p>
            <a:pPr algn="ctr">
              <a:buFont typeface="Arial" pitchFamily="34" charset="0"/>
              <a:buNone/>
              <a:defRPr/>
            </a:pPr>
            <a:r>
              <a:rPr lang="en-US" sz="2400" b="1" dirty="0" smtClean="0">
                <a:solidFill>
                  <a:schemeClr val="tx2"/>
                </a:solidFill>
                <a:effectLst>
                  <a:outerShdw blurRad="38100" dist="38100" dir="2700000" algn="tl">
                    <a:srgbClr val="000000">
                      <a:alpha val="43137"/>
                    </a:srgbClr>
                  </a:outerShdw>
                </a:effectLst>
                <a:latin typeface="Times New Roman" pitchFamily="18" charset="0"/>
                <a:cs typeface="Times New Roman" pitchFamily="18" charset="0"/>
              </a:rPr>
              <a:t>GDCE-CAMBODIA FOOTWEAR</a:t>
            </a:r>
          </a:p>
          <a:p>
            <a:pPr algn="ctr">
              <a:buFont typeface="Arial" pitchFamily="34" charset="0"/>
              <a:buNone/>
              <a:defRPr/>
            </a:pPr>
            <a:r>
              <a:rPr lang="en-US" sz="2400" b="1" dirty="0" smtClean="0">
                <a:solidFill>
                  <a:schemeClr val="tx2"/>
                </a:solidFill>
                <a:effectLst>
                  <a:outerShdw blurRad="38100" dist="38100" dir="2700000" algn="tl">
                    <a:srgbClr val="000000">
                      <a:alpha val="43137"/>
                    </a:srgbClr>
                  </a:outerShdw>
                </a:effectLst>
                <a:latin typeface="Times New Roman" pitchFamily="18" charset="0"/>
                <a:cs typeface="Times New Roman" pitchFamily="18" charset="0"/>
              </a:rPr>
              <a:t>ASSOCIATION </a:t>
            </a:r>
            <a:endParaRPr lang="en-US" altLang="en-US" sz="1600" b="1" dirty="0" smtClean="0">
              <a:solidFill>
                <a:schemeClr val="tx2"/>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6" name="Rectangle 2"/>
          <p:cNvSpPr txBox="1">
            <a:spLocks noChangeArrowheads="1"/>
          </p:cNvSpPr>
          <p:nvPr/>
        </p:nvSpPr>
        <p:spPr bwMode="auto">
          <a:xfrm>
            <a:off x="3961235" y="5107577"/>
            <a:ext cx="5182765" cy="1555520"/>
          </a:xfrm>
          <a:prstGeom prst="rect">
            <a:avLst/>
          </a:prstGeom>
          <a:noFill/>
          <a:ln w="9525">
            <a:noFill/>
            <a:miter lim="800000"/>
            <a:headEnd/>
            <a:tailEnd/>
          </a:ln>
        </p:spPr>
        <p:txBody>
          <a:bodyPr anchor="ctr"/>
          <a:lstStyle/>
          <a:p>
            <a:pPr algn="ctr" fontAlgn="auto">
              <a:spcBef>
                <a:spcPct val="20000"/>
              </a:spcBef>
              <a:spcAft>
                <a:spcPts val="0"/>
              </a:spcAft>
              <a:defRPr/>
            </a:pPr>
            <a:r>
              <a:rPr lang="en-US" sz="2000" b="1" dirty="0" smtClean="0">
                <a:solidFill>
                  <a:schemeClr val="tx2"/>
                </a:solidFill>
                <a:effectLst>
                  <a:outerShdw blurRad="38100" dist="38100" dir="2700000" algn="tl">
                    <a:srgbClr val="000000">
                      <a:alpha val="43137"/>
                    </a:srgbClr>
                  </a:outerShdw>
                </a:effectLst>
                <a:latin typeface="PMingLiU" panose="02020500000000000000" pitchFamily="18" charset="-120"/>
                <a:ea typeface="PMingLiU" panose="02020500000000000000" pitchFamily="18" charset="-120"/>
                <a:cs typeface="Times New Roman" pitchFamily="18" charset="0"/>
              </a:rPr>
              <a:t>By SEM Meng</a:t>
            </a:r>
          </a:p>
          <a:p>
            <a:pPr algn="ctr" fontAlgn="auto">
              <a:spcBef>
                <a:spcPct val="20000"/>
              </a:spcBef>
              <a:spcAft>
                <a:spcPts val="0"/>
              </a:spcAft>
              <a:defRPr/>
            </a:pPr>
            <a:r>
              <a:rPr lang="en-US" sz="1200" dirty="0" smtClean="0">
                <a:ln>
                  <a:solidFill>
                    <a:schemeClr val="tx2">
                      <a:lumMod val="50000"/>
                    </a:schemeClr>
                  </a:solidFill>
                </a:ln>
                <a:solidFill>
                  <a:schemeClr val="accent1">
                    <a:lumMod val="75000"/>
                  </a:schemeClr>
                </a:solidFill>
                <a:latin typeface="Times New Roman" pitchFamily="18" charset="0"/>
                <a:cs typeface="Times New Roman" pitchFamily="18" charset="0"/>
              </a:rPr>
              <a:t>Deputy </a:t>
            </a:r>
            <a:r>
              <a:rPr lang="en-US" sz="1200" dirty="0">
                <a:ln>
                  <a:solidFill>
                    <a:schemeClr val="tx2">
                      <a:lumMod val="50000"/>
                    </a:schemeClr>
                  </a:solidFill>
                </a:ln>
                <a:solidFill>
                  <a:schemeClr val="accent1">
                    <a:lumMod val="75000"/>
                  </a:schemeClr>
                </a:solidFill>
                <a:latin typeface="Times New Roman" pitchFamily="18" charset="0"/>
                <a:cs typeface="Times New Roman" pitchFamily="18" charset="0"/>
              </a:rPr>
              <a:t>Director of </a:t>
            </a:r>
            <a:r>
              <a:rPr lang="en-US" sz="1200" dirty="0" smtClean="0">
                <a:ln>
                  <a:solidFill>
                    <a:schemeClr val="tx2">
                      <a:lumMod val="50000"/>
                    </a:schemeClr>
                  </a:solidFill>
                </a:ln>
                <a:solidFill>
                  <a:schemeClr val="accent1">
                    <a:lumMod val="75000"/>
                  </a:schemeClr>
                </a:solidFill>
                <a:latin typeface="Times New Roman" pitchFamily="18" charset="0"/>
                <a:cs typeface="Times New Roman" pitchFamily="18" charset="0"/>
              </a:rPr>
              <a:t>Customs Audit Department</a:t>
            </a:r>
          </a:p>
          <a:p>
            <a:pPr algn="ctr" fontAlgn="auto">
              <a:spcBef>
                <a:spcPct val="20000"/>
              </a:spcBef>
              <a:spcAft>
                <a:spcPts val="0"/>
              </a:spcAft>
              <a:defRPr/>
            </a:pPr>
            <a:endParaRPr lang="en-US" sz="1400" dirty="0" smtClean="0">
              <a:ln>
                <a:solidFill>
                  <a:schemeClr val="tx2">
                    <a:lumMod val="50000"/>
                  </a:schemeClr>
                </a:solidFill>
              </a:ln>
              <a:solidFill>
                <a:schemeClr val="accent1">
                  <a:lumMod val="75000"/>
                </a:schemeClr>
              </a:solidFill>
              <a:latin typeface="Times New Roman" pitchFamily="18" charset="0"/>
              <a:cs typeface="Times New Roman" pitchFamily="18" charset="0"/>
            </a:endParaRPr>
          </a:p>
          <a:p>
            <a:pPr algn="ctr" fontAlgn="auto">
              <a:spcBef>
                <a:spcPct val="20000"/>
              </a:spcBef>
              <a:spcAft>
                <a:spcPts val="0"/>
              </a:spcAft>
              <a:defRPr/>
            </a:pPr>
            <a:r>
              <a:rPr lang="en-US" sz="1200" dirty="0" smtClean="0">
                <a:ln>
                  <a:solidFill>
                    <a:schemeClr val="tx2">
                      <a:lumMod val="50000"/>
                    </a:schemeClr>
                  </a:solidFill>
                </a:ln>
                <a:solidFill>
                  <a:schemeClr val="accent1">
                    <a:lumMod val="75000"/>
                  </a:schemeClr>
                </a:solidFill>
                <a:latin typeface="Times New Roman" pitchFamily="18" charset="0"/>
                <a:cs typeface="Times New Roman" pitchFamily="18" charset="0"/>
              </a:rPr>
              <a:t>17 January </a:t>
            </a:r>
            <a:r>
              <a:rPr lang="km-KH" sz="1200" dirty="0" smtClean="0">
                <a:ln>
                  <a:solidFill>
                    <a:schemeClr val="tx2">
                      <a:lumMod val="50000"/>
                    </a:schemeClr>
                  </a:solidFill>
                </a:ln>
                <a:solidFill>
                  <a:schemeClr val="accent1">
                    <a:lumMod val="75000"/>
                  </a:schemeClr>
                </a:solidFill>
                <a:latin typeface="Times New Roman" pitchFamily="18" charset="0"/>
                <a:cs typeface="Times New Roman" pitchFamily="18" charset="0"/>
              </a:rPr>
              <a:t> </a:t>
            </a:r>
            <a:r>
              <a:rPr lang="en-US" sz="1200" dirty="0" smtClean="0">
                <a:ln>
                  <a:solidFill>
                    <a:schemeClr val="tx2">
                      <a:lumMod val="50000"/>
                    </a:schemeClr>
                  </a:solidFill>
                </a:ln>
                <a:solidFill>
                  <a:schemeClr val="accent1">
                    <a:lumMod val="75000"/>
                  </a:schemeClr>
                </a:solidFill>
                <a:latin typeface="Times New Roman" pitchFamily="18" charset="0"/>
                <a:cs typeface="Times New Roman" pitchFamily="18" charset="0"/>
              </a:rPr>
              <a:t>2020</a:t>
            </a:r>
            <a:endParaRPr lang="en-US" sz="1200" dirty="0">
              <a:ln>
                <a:solidFill>
                  <a:schemeClr val="tx2">
                    <a:lumMod val="50000"/>
                  </a:schemeClr>
                </a:solidFill>
              </a:ln>
              <a:solidFill>
                <a:schemeClr val="accent1">
                  <a:lumMod val="75000"/>
                </a:schemeClr>
              </a:solidFill>
              <a:latin typeface="Times New Roman" pitchFamily="18" charset="0"/>
              <a:cs typeface="Times New Roman" pitchFamily="18" charset="0"/>
            </a:endParaRPr>
          </a:p>
          <a:p>
            <a:pPr algn="ctr" fontAlgn="auto">
              <a:spcBef>
                <a:spcPct val="20000"/>
              </a:spcBef>
              <a:spcAft>
                <a:spcPts val="0"/>
              </a:spcAft>
              <a:defRPr/>
            </a:pPr>
            <a:r>
              <a:rPr lang="en-US" sz="1200" dirty="0" smtClean="0">
                <a:ln>
                  <a:solidFill>
                    <a:schemeClr val="tx2">
                      <a:lumMod val="50000"/>
                    </a:schemeClr>
                  </a:solidFill>
                </a:ln>
                <a:solidFill>
                  <a:schemeClr val="accent1">
                    <a:lumMod val="75000"/>
                  </a:schemeClr>
                </a:solidFill>
                <a:latin typeface="Times New Roman" pitchFamily="18" charset="0"/>
                <a:cs typeface="Times New Roman" pitchFamily="18" charset="0"/>
              </a:rPr>
              <a:t>The Gateway, Phnom Penh, Cambodia</a:t>
            </a:r>
            <a:endParaRPr lang="en-US" sz="1400" dirty="0">
              <a:ln>
                <a:solidFill>
                  <a:schemeClr val="tx2">
                    <a:lumMod val="50000"/>
                  </a:schemeClr>
                </a:solidFill>
              </a:ln>
              <a:solidFill>
                <a:schemeClr val="accent1">
                  <a:lumMod val="75000"/>
                </a:schemeClr>
              </a:solidFill>
              <a:latin typeface="Times New Roman" pitchFamily="18" charset="0"/>
              <a:cs typeface="Times New Roman" pitchFamily="18" charset="0"/>
            </a:endParaRPr>
          </a:p>
        </p:txBody>
      </p:sp>
      <p:pic>
        <p:nvPicPr>
          <p:cNvPr id="5" name="Picture 4" descr="Screen Shot 2015-10-28 at 12.44.19 PM.png"/>
          <p:cNvPicPr>
            <a:picLocks noChangeAspect="1"/>
          </p:cNvPicPr>
          <p:nvPr/>
        </p:nvPicPr>
        <p:blipFill>
          <a:blip r:embed="rId3"/>
          <a:stretch>
            <a:fillRect/>
          </a:stretch>
        </p:blipFill>
        <p:spPr>
          <a:xfrm>
            <a:off x="0" y="-25515"/>
            <a:ext cx="9151364" cy="1625009"/>
          </a:xfrm>
          <a:prstGeom prst="rect">
            <a:avLst/>
          </a:prstGeom>
        </p:spPr>
      </p:pic>
      <p:sp>
        <p:nvSpPr>
          <p:cNvPr id="8" name="Subtitle 2"/>
          <p:cNvSpPr txBox="1">
            <a:spLocks/>
          </p:cNvSpPr>
          <p:nvPr/>
        </p:nvSpPr>
        <p:spPr bwMode="auto">
          <a:xfrm>
            <a:off x="3961235" y="3073582"/>
            <a:ext cx="5075612" cy="1694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ct val="20000"/>
              </a:spcBef>
              <a:buFont typeface="Arial" pitchFamily="34" charset="0"/>
              <a:buChar char="•"/>
              <a:defRPr sz="3200">
                <a:solidFill>
                  <a:schemeClr val="tx1"/>
                </a:solidFill>
                <a:latin typeface="Calibri" pitchFamily="34" charset="0"/>
                <a:ea typeface="MS PGothic" pitchFamily="34" charset="-128"/>
              </a:defRPr>
            </a:lvl1pPr>
            <a:lvl2pPr defTabSz="457200" eaLnBrk="0" hangingPunct="0">
              <a:spcBef>
                <a:spcPct val="20000"/>
              </a:spcBef>
              <a:buFont typeface="Arial" pitchFamily="34" charset="0"/>
              <a:buChar char="–"/>
              <a:defRPr sz="2800">
                <a:solidFill>
                  <a:schemeClr val="tx1"/>
                </a:solidFill>
                <a:latin typeface="Calibri" pitchFamily="34" charset="0"/>
                <a:ea typeface="MS PGothic" pitchFamily="34" charset="-128"/>
              </a:defRPr>
            </a:lvl2pPr>
            <a:lvl3pPr defTabSz="457200" eaLnBrk="0" hangingPunct="0">
              <a:spcBef>
                <a:spcPct val="20000"/>
              </a:spcBef>
              <a:buFont typeface="Arial" pitchFamily="34" charset="0"/>
              <a:buChar char="•"/>
              <a:defRPr sz="2400">
                <a:solidFill>
                  <a:schemeClr val="tx1"/>
                </a:solidFill>
                <a:latin typeface="Calibri" pitchFamily="34" charset="0"/>
                <a:ea typeface="MS PGothic" pitchFamily="34" charset="-128"/>
              </a:defRPr>
            </a:lvl3pPr>
            <a:lvl4pPr defTabSz="457200" eaLnBrk="0" hangingPunct="0">
              <a:spcBef>
                <a:spcPct val="20000"/>
              </a:spcBef>
              <a:buFont typeface="Arial" pitchFamily="34" charset="0"/>
              <a:buChar char="–"/>
              <a:defRPr sz="2000">
                <a:solidFill>
                  <a:schemeClr val="tx1"/>
                </a:solidFill>
                <a:latin typeface="Calibri" pitchFamily="34" charset="0"/>
                <a:ea typeface="MS PGothic" pitchFamily="34" charset="-128"/>
              </a:defRPr>
            </a:lvl4pPr>
            <a:lvl5pPr defTabSz="457200" eaLnBrk="0" hangingPunct="0">
              <a:spcBef>
                <a:spcPct val="20000"/>
              </a:spcBef>
              <a:buFont typeface="Arial" pitchFamily="34" charset="0"/>
              <a:buChar char="»"/>
              <a:defRPr sz="2000">
                <a:solidFill>
                  <a:schemeClr val="tx1"/>
                </a:solidFill>
                <a:latin typeface="Calibri" pitchFamily="34" charset="0"/>
                <a:ea typeface="MS PGothic" pitchFamily="34" charset="-128"/>
              </a:defRPr>
            </a:lvl5pPr>
            <a:lvl6pPr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6pPr>
            <a:lvl7pPr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7pPr>
            <a:lvl8pPr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8pPr>
            <a:lvl9pPr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9pPr>
          </a:lstStyle>
          <a:p>
            <a:pPr algn="ctr">
              <a:buNone/>
              <a:defRPr/>
            </a:pPr>
            <a:r>
              <a:rPr lang="en-US" altLang="en-US" sz="2800" b="1" dirty="0" smtClean="0">
                <a:solidFill>
                  <a:schemeClr val="tx2"/>
                </a:solidFill>
                <a:effectLst>
                  <a:outerShdw blurRad="38100" dist="38100" dir="2700000" algn="tl">
                    <a:srgbClr val="000000">
                      <a:alpha val="43137"/>
                    </a:srgbClr>
                  </a:outerShdw>
                </a:effectLst>
                <a:latin typeface="Times New Roman" pitchFamily="18" charset="0"/>
                <a:cs typeface="Times New Roman" pitchFamily="18" charset="0"/>
              </a:rPr>
              <a:t>Technical Assistant </a:t>
            </a:r>
          </a:p>
          <a:p>
            <a:pPr algn="ctr">
              <a:buNone/>
              <a:defRPr/>
            </a:pPr>
            <a:r>
              <a:rPr lang="en-US" altLang="en-US" sz="2800" b="1" dirty="0" smtClean="0">
                <a:solidFill>
                  <a:schemeClr val="tx2"/>
                </a:solidFill>
                <a:effectLst>
                  <a:outerShdw blurRad="38100" dist="38100" dir="2700000" algn="tl">
                    <a:srgbClr val="000000">
                      <a:alpha val="43137"/>
                    </a:srgbClr>
                  </a:outerShdw>
                </a:effectLst>
                <a:latin typeface="Times New Roman" pitchFamily="18" charset="0"/>
                <a:cs typeface="Times New Roman" pitchFamily="18" charset="0"/>
              </a:rPr>
              <a:t>on</a:t>
            </a:r>
          </a:p>
          <a:p>
            <a:pPr algn="ctr">
              <a:buNone/>
              <a:defRPr/>
            </a:pPr>
            <a:r>
              <a:rPr lang="en-US" altLang="en-US" sz="2800" b="1" dirty="0" smtClean="0">
                <a:solidFill>
                  <a:schemeClr val="tx2"/>
                </a:solidFill>
                <a:effectLst>
                  <a:outerShdw blurRad="38100" dist="38100" dir="2700000" algn="tl">
                    <a:srgbClr val="000000">
                      <a:alpha val="43137"/>
                    </a:srgbClr>
                  </a:outerShdw>
                </a:effectLst>
                <a:latin typeface="Times New Roman" pitchFamily="18" charset="0"/>
                <a:cs typeface="Times New Roman" pitchFamily="18" charset="0"/>
              </a:rPr>
              <a:t>Post Clearance Audit-PCA</a:t>
            </a:r>
            <a:endParaRPr lang="en-US" altLang="en-US" sz="1600" b="1" dirty="0">
              <a:solidFill>
                <a:schemeClr val="tx2"/>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2" name="Picture 1"/>
          <p:cNvPicPr>
            <a:picLocks noChangeAspect="1"/>
          </p:cNvPicPr>
          <p:nvPr/>
        </p:nvPicPr>
        <p:blipFill rotWithShape="1">
          <a:blip r:embed="rId4">
            <a:extLst>
              <a:ext uri="{28A0092B-C50C-407E-A947-70E740481C1C}">
                <a14:useLocalDpi xmlns:a14="http://schemas.microsoft.com/office/drawing/2010/main" val="0"/>
              </a:ext>
            </a:extLst>
          </a:blip>
          <a:srcRect l="3185" t="8000" r="3185" b="5076"/>
          <a:stretch/>
        </p:blipFill>
        <p:spPr>
          <a:xfrm>
            <a:off x="-6539" y="1586432"/>
            <a:ext cx="3882871" cy="5271568"/>
          </a:xfrm>
          <a:prstGeom prst="rect">
            <a:avLst/>
          </a:prstGeom>
        </p:spPr>
      </p:pic>
    </p:spTree>
    <p:extLst>
      <p:ext uri="{BB962C8B-B14F-4D97-AF65-F5344CB8AC3E}">
        <p14:creationId xmlns:p14="http://schemas.microsoft.com/office/powerpoint/2010/main" val="2696044682"/>
      </p:ext>
    </p:extLst>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Contents</a:t>
            </a:r>
            <a:endParaRPr lang="en-US" b="1"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086983417"/>
              </p:ext>
            </p:extLst>
          </p:nvPr>
        </p:nvGraphicFramePr>
        <p:xfrm>
          <a:off x="487253" y="1565489"/>
          <a:ext cx="8323257" cy="45606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1"/>
          </p:nvPr>
        </p:nvSpPr>
        <p:spPr/>
        <p:txBody>
          <a:bodyPr/>
          <a:lstStyle/>
          <a:p>
            <a:fld id="{0F713425-C079-4B97-8123-77BAE120B63D}" type="slidenum">
              <a:rPr lang="en-US" altLang="en-US" smtClean="0"/>
              <a:pPr/>
              <a:t>2</a:t>
            </a:fld>
            <a:endParaRPr lang="en-US" altLang="en-US"/>
          </a:p>
        </p:txBody>
      </p:sp>
    </p:spTree>
    <p:extLst>
      <p:ext uri="{BB962C8B-B14F-4D97-AF65-F5344CB8AC3E}">
        <p14:creationId xmlns:p14="http://schemas.microsoft.com/office/powerpoint/2010/main" val="1903283857"/>
      </p:ext>
    </p:extLst>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normAutofit/>
          </a:bodyPr>
          <a:lstStyle/>
          <a:p>
            <a:pPr>
              <a:defRPr/>
            </a:pPr>
            <a:fld id="{36B026DB-F519-4BC5-8B2D-3F61A57931C8}" type="slidenum">
              <a:rPr lang="en-US" smtClean="0"/>
              <a:pPr>
                <a:defRPr/>
              </a:pPr>
              <a:t>3</a:t>
            </a:fld>
            <a:endParaRPr lang="en-US" dirty="0"/>
          </a:p>
        </p:txBody>
      </p:sp>
      <p:pic>
        <p:nvPicPr>
          <p:cNvPr id="7" name="Picture 2" descr="C:\Users\SONY\Downloads\image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0" y="12700"/>
            <a:ext cx="1219200" cy="127000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932014" y="1405342"/>
            <a:ext cx="5943600" cy="523220"/>
          </a:xfrm>
          <a:prstGeom prst="rect">
            <a:avLst/>
          </a:prstGeom>
          <a:solidFill>
            <a:schemeClr val="bg1"/>
          </a:solidFill>
        </p:spPr>
        <p:txBody>
          <a:bodyPr wrap="square" rtlCol="0">
            <a:spAutoFit/>
          </a:bodyPr>
          <a:lstStyle/>
          <a:p>
            <a:pPr algn="ctr"/>
            <a:r>
              <a:rPr lang="en-US" sz="2800" b="1" dirty="0" smtClean="0"/>
              <a:t>Background</a:t>
            </a:r>
            <a:endParaRPr lang="en-US" sz="2800" b="1" dirty="0"/>
          </a:p>
        </p:txBody>
      </p:sp>
      <p:sp>
        <p:nvSpPr>
          <p:cNvPr id="10" name="Title 1"/>
          <p:cNvSpPr>
            <a:spLocks noGrp="1"/>
          </p:cNvSpPr>
          <p:nvPr>
            <p:ph type="title"/>
          </p:nvPr>
        </p:nvSpPr>
        <p:spPr>
          <a:xfrm>
            <a:off x="1743740" y="210596"/>
            <a:ext cx="6007395" cy="695348"/>
          </a:xfrm>
        </p:spPr>
        <p:txBody>
          <a:bodyPr>
            <a:noAutofit/>
          </a:bodyPr>
          <a:lstStyle/>
          <a:p>
            <a:pPr algn="l"/>
            <a:r>
              <a:rPr lang="en-US" sz="3600" b="1" dirty="0">
                <a:latin typeface="Times New Roman" panose="02020603050405020304" pitchFamily="18" charset="0"/>
                <a:cs typeface="Times New Roman" panose="02020603050405020304" pitchFamily="18" charset="0"/>
              </a:rPr>
              <a:t>1</a:t>
            </a:r>
            <a:r>
              <a:rPr lang="en-US" sz="3600" b="1" dirty="0" smtClean="0">
                <a:latin typeface="Times New Roman" panose="02020603050405020304" pitchFamily="18" charset="0"/>
                <a:cs typeface="Times New Roman" panose="02020603050405020304" pitchFamily="18" charset="0"/>
              </a:rPr>
              <a:t>. Introduction</a:t>
            </a:r>
            <a:endParaRPr lang="en-US" sz="3600" dirty="0">
              <a:latin typeface="Times New Roman" panose="02020603050405020304" pitchFamily="18" charset="0"/>
              <a:cs typeface="Times New Roman" panose="02020603050405020304" pitchFamily="18" charset="0"/>
            </a:endParaRPr>
          </a:p>
        </p:txBody>
      </p:sp>
      <p:sp>
        <p:nvSpPr>
          <p:cNvPr id="8" name="Content Placeholder 2"/>
          <p:cNvSpPr txBox="1">
            <a:spLocks/>
          </p:cNvSpPr>
          <p:nvPr/>
        </p:nvSpPr>
        <p:spPr bwMode="auto">
          <a:xfrm>
            <a:off x="3306724" y="2141219"/>
            <a:ext cx="5486401" cy="4089459"/>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marR="0" lvl="0" indent="-342900" algn="l" defTabSz="914400" rtl="0" eaLnBrk="0" fontAlgn="base" latinLnBrk="0" hangingPunct="0">
              <a:lnSpc>
                <a:spcPct val="150000"/>
              </a:lnSpc>
              <a:spcBef>
                <a:spcPts val="600"/>
              </a:spcBef>
              <a:spcAft>
                <a:spcPct val="0"/>
              </a:spcAft>
              <a:buClrTx/>
              <a:buSzTx/>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altLang="zh-CN" b="0" i="0" u="none" strike="noStrike" kern="1200" cap="none" spc="0" normalizeH="0" baseline="0" noProof="0" dirty="0" smtClean="0">
                <a:ln>
                  <a:noFill/>
                </a:ln>
                <a:solidFill>
                  <a:schemeClr val="tx2">
                    <a:lumMod val="75000"/>
                  </a:schemeClr>
                </a:solidFill>
                <a:effectLst/>
                <a:uLnTx/>
                <a:uFillTx/>
                <a:latin typeface="+mn-lt"/>
                <a:cs typeface="+mn-cs"/>
              </a:rPr>
              <a:t>WTO member</a:t>
            </a:r>
            <a:r>
              <a:rPr kumimoji="0" lang="en-GB" altLang="zh-CN" b="0" i="0" u="none" strike="noStrike" kern="1200" cap="none" spc="0" normalizeH="0" noProof="0" dirty="0" smtClean="0">
                <a:ln>
                  <a:noFill/>
                </a:ln>
                <a:solidFill>
                  <a:schemeClr val="tx2">
                    <a:lumMod val="75000"/>
                  </a:schemeClr>
                </a:solidFill>
                <a:effectLst/>
                <a:uLnTx/>
                <a:uFillTx/>
                <a:latin typeface="+mn-lt"/>
                <a:cs typeface="+mn-cs"/>
              </a:rPr>
              <a:t> </a:t>
            </a:r>
            <a:r>
              <a:rPr kumimoji="0" lang="en-GB" altLang="zh-CN" b="0" i="0" u="none" strike="noStrike" kern="1200" cap="none" spc="0" normalizeH="0" baseline="0" noProof="0" dirty="0" smtClean="0">
                <a:ln>
                  <a:noFill/>
                </a:ln>
                <a:solidFill>
                  <a:schemeClr val="tx2">
                    <a:lumMod val="75000"/>
                  </a:schemeClr>
                </a:solidFill>
                <a:effectLst/>
                <a:uLnTx/>
                <a:uFillTx/>
                <a:latin typeface="+mn-lt"/>
                <a:cs typeface="+mn-cs"/>
              </a:rPr>
              <a:t>in 2004 and the </a:t>
            </a:r>
            <a:r>
              <a:rPr lang="en-GB" altLang="zh-CN" dirty="0" smtClean="0">
                <a:solidFill>
                  <a:schemeClr val="tx2">
                    <a:lumMod val="75000"/>
                  </a:schemeClr>
                </a:solidFill>
                <a:latin typeface="+mn-lt"/>
                <a:cs typeface="+mn-cs"/>
              </a:rPr>
              <a:t>commitment to implement Article VII of GATT Valuation in </a:t>
            </a:r>
            <a:r>
              <a:rPr lang="en-US" altLang="zh-CN" dirty="0" smtClean="0">
                <a:solidFill>
                  <a:schemeClr val="tx2">
                    <a:lumMod val="75000"/>
                  </a:schemeClr>
                </a:solidFill>
                <a:latin typeface="+mn-lt"/>
                <a:cs typeface="+mn-cs"/>
              </a:rPr>
              <a:t>1</a:t>
            </a:r>
            <a:r>
              <a:rPr lang="en-US" altLang="zh-CN" baseline="30000" dirty="0" smtClean="0">
                <a:solidFill>
                  <a:schemeClr val="tx2">
                    <a:lumMod val="75000"/>
                  </a:schemeClr>
                </a:solidFill>
                <a:latin typeface="+mn-lt"/>
                <a:cs typeface="+mn-cs"/>
              </a:rPr>
              <a:t>st</a:t>
            </a:r>
            <a:r>
              <a:rPr lang="en-US" altLang="zh-CN" dirty="0" smtClean="0">
                <a:solidFill>
                  <a:schemeClr val="tx2">
                    <a:lumMod val="75000"/>
                  </a:schemeClr>
                </a:solidFill>
                <a:latin typeface="+mn-lt"/>
                <a:cs typeface="+mn-cs"/>
              </a:rPr>
              <a:t> January 2011.</a:t>
            </a:r>
            <a:endParaRPr lang="en-GB" altLang="zh-CN" dirty="0" smtClean="0">
              <a:solidFill>
                <a:schemeClr val="tx2">
                  <a:lumMod val="75000"/>
                </a:schemeClr>
              </a:solidFill>
              <a:latin typeface="+mn-lt"/>
              <a:cs typeface="+mn-cs"/>
            </a:endParaRPr>
          </a:p>
          <a:p>
            <a:pPr marL="342900" lvl="0" indent="-342900" eaLnBrk="0" hangingPunct="0">
              <a:lnSpc>
                <a:spcPct val="150000"/>
              </a:lnSpc>
              <a:spcBef>
                <a:spcPts val="600"/>
              </a:spcBef>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zh-CN" dirty="0" smtClean="0">
                <a:solidFill>
                  <a:schemeClr val="tx2">
                    <a:lumMod val="75000"/>
                  </a:schemeClr>
                </a:solidFill>
                <a:latin typeface="+mn-lt"/>
                <a:cs typeface="+mn-cs"/>
              </a:rPr>
              <a:t>The implementation of Trade Facilit</a:t>
            </a:r>
            <a:r>
              <a:rPr kumimoji="0" lang="en-GB" altLang="zh-CN" b="0" i="0" u="none" strike="noStrike" kern="1200" cap="none" spc="0" normalizeH="0" noProof="0" dirty="0" smtClean="0">
                <a:ln>
                  <a:noFill/>
                </a:ln>
                <a:solidFill>
                  <a:schemeClr val="tx2">
                    <a:lumMod val="75000"/>
                  </a:schemeClr>
                </a:solidFill>
                <a:effectLst/>
                <a:uLnTx/>
                <a:uFillTx/>
                <a:latin typeface="+mn-lt"/>
                <a:cs typeface="+mn-cs"/>
              </a:rPr>
              <a:t>ation through Risk Management Policy in 2006.</a:t>
            </a:r>
          </a:p>
          <a:p>
            <a:pPr marL="342900" lvl="0" indent="-342900" eaLnBrk="0" hangingPunct="0">
              <a:lnSpc>
                <a:spcPct val="150000"/>
              </a:lnSpc>
              <a:spcBef>
                <a:spcPts val="600"/>
              </a:spcBef>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zh-CN" baseline="0" dirty="0" smtClean="0">
                <a:solidFill>
                  <a:schemeClr val="tx2">
                    <a:lumMod val="75000"/>
                  </a:schemeClr>
                </a:solidFill>
                <a:latin typeface="+mn-lt"/>
                <a:cs typeface="+mn-cs"/>
              </a:rPr>
              <a:t>The balancing</a:t>
            </a:r>
            <a:r>
              <a:rPr lang="en-GB" altLang="zh-CN" dirty="0" smtClean="0">
                <a:solidFill>
                  <a:schemeClr val="tx2">
                    <a:lumMod val="75000"/>
                  </a:schemeClr>
                </a:solidFill>
                <a:latin typeface="+mn-lt"/>
                <a:cs typeface="+mn-cs"/>
              </a:rPr>
              <a:t> between </a:t>
            </a:r>
            <a:r>
              <a:rPr lang="en-GB" altLang="zh-CN" baseline="0" dirty="0" smtClean="0">
                <a:solidFill>
                  <a:schemeClr val="tx2">
                    <a:lumMod val="75000"/>
                  </a:schemeClr>
                </a:solidFill>
                <a:latin typeface="+mn-lt"/>
                <a:cs typeface="+mn-cs"/>
              </a:rPr>
              <a:t>Trade</a:t>
            </a:r>
            <a:r>
              <a:rPr lang="en-GB" altLang="zh-CN" dirty="0" smtClean="0">
                <a:solidFill>
                  <a:schemeClr val="tx2">
                    <a:lumMod val="75000"/>
                  </a:schemeClr>
                </a:solidFill>
                <a:latin typeface="+mn-lt"/>
                <a:cs typeface="+mn-cs"/>
              </a:rPr>
              <a:t> </a:t>
            </a:r>
            <a:r>
              <a:rPr lang="en-GB" altLang="zh-CN" baseline="0" dirty="0" smtClean="0">
                <a:solidFill>
                  <a:schemeClr val="tx2">
                    <a:lumMod val="75000"/>
                  </a:schemeClr>
                </a:solidFill>
                <a:latin typeface="+mn-lt"/>
                <a:cs typeface="+mn-cs"/>
              </a:rPr>
              <a:t>Facilitation Policy and Law Enforcement implementation.</a:t>
            </a:r>
          </a:p>
          <a:p>
            <a:pPr marL="342900" lvl="0" indent="-342900" eaLnBrk="0" hangingPunct="0">
              <a:lnSpc>
                <a:spcPct val="150000"/>
              </a:lnSpc>
              <a:spcBef>
                <a:spcPts val="600"/>
              </a:spcBef>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kumimoji="0" lang="en-GB" altLang="zh-CN" b="0" i="0" u="none" strike="noStrike" kern="1200" cap="none" spc="0" normalizeH="0" noProof="0" dirty="0" smtClean="0">
                <a:ln>
                  <a:noFill/>
                </a:ln>
                <a:solidFill>
                  <a:schemeClr val="tx2">
                    <a:lumMod val="75000"/>
                  </a:schemeClr>
                </a:solidFill>
                <a:effectLst/>
                <a:uLnTx/>
                <a:uFillTx/>
                <a:latin typeface="+mn-lt"/>
                <a:cs typeface="+mn-cs"/>
              </a:rPr>
              <a:t>The Best Traders Incentive Mechanism-BTIM and Authorize Economic Operator-AEO Policy.</a:t>
            </a:r>
          </a:p>
        </p:txBody>
      </p:sp>
      <p:pic>
        <p:nvPicPr>
          <p:cNvPr id="9" name="Picture 8"/>
          <p:cNvPicPr/>
          <p:nvPr/>
        </p:nvPicPr>
        <p:blipFill rotWithShape="1">
          <a:blip r:embed="rId4"/>
          <a:srcRect l="40988" t="16936" r="23341" b="5277"/>
          <a:stretch/>
        </p:blipFill>
        <p:spPr bwMode="auto">
          <a:xfrm>
            <a:off x="101600" y="1782099"/>
            <a:ext cx="3205124" cy="422991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939876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A2C2F2A2-C04E-4524-9E13-26AC6DEB0749}" type="slidenum">
              <a:rPr lang="en-US" altLang="en-US" smtClean="0"/>
              <a:pPr/>
              <a:t>4</a:t>
            </a:fld>
            <a:endParaRPr lang="en-US" altLang="en-US" dirty="0"/>
          </a:p>
        </p:txBody>
      </p:sp>
      <p:sp>
        <p:nvSpPr>
          <p:cNvPr id="9" name="Rectangle 8"/>
          <p:cNvSpPr/>
          <p:nvPr/>
        </p:nvSpPr>
        <p:spPr>
          <a:xfrm>
            <a:off x="1811315" y="454287"/>
            <a:ext cx="5808685" cy="646331"/>
          </a:xfrm>
          <a:prstGeom prst="rect">
            <a:avLst/>
          </a:prstGeom>
        </p:spPr>
        <p:txBody>
          <a:bodyPr wrap="square">
            <a:spAutoFit/>
          </a:bodyPr>
          <a:lstStyle/>
          <a:p>
            <a:r>
              <a:rPr lang="en-US"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 Objectives </a:t>
            </a:r>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of PCA</a:t>
            </a:r>
          </a:p>
        </p:txBody>
      </p:sp>
      <p:sp>
        <p:nvSpPr>
          <p:cNvPr id="8" name="Content Placeholder 2"/>
          <p:cNvSpPr>
            <a:spLocks noGrp="1"/>
          </p:cNvSpPr>
          <p:nvPr>
            <p:ph idx="1"/>
          </p:nvPr>
        </p:nvSpPr>
        <p:spPr>
          <a:xfrm>
            <a:off x="685800" y="1509822"/>
            <a:ext cx="7924800" cy="5211653"/>
          </a:xfrm>
        </p:spPr>
        <p:txBody>
          <a:bodyPr/>
          <a:lstStyle/>
          <a:p>
            <a:pPr marL="0" indent="0">
              <a:buNone/>
            </a:pPr>
            <a:r>
              <a:rPr lang="en-US" sz="2400" b="1" dirty="0">
                <a:solidFill>
                  <a:schemeClr val="tx2">
                    <a:lumMod val="75000"/>
                  </a:schemeClr>
                </a:solidFill>
              </a:rPr>
              <a:t>A</a:t>
            </a:r>
            <a:r>
              <a:rPr lang="en-US" sz="2400" b="1" dirty="0" smtClean="0">
                <a:solidFill>
                  <a:schemeClr val="tx2">
                    <a:lumMod val="75000"/>
                  </a:schemeClr>
                </a:solidFill>
              </a:rPr>
              <a:t>-</a:t>
            </a:r>
            <a:r>
              <a:rPr lang="en-US" sz="2400" b="1" u="sng" dirty="0" smtClean="0">
                <a:solidFill>
                  <a:schemeClr val="tx2">
                    <a:lumMod val="75000"/>
                  </a:schemeClr>
                </a:solidFill>
              </a:rPr>
              <a:t>Definition:</a:t>
            </a:r>
            <a:r>
              <a:rPr lang="en-US" sz="2400" dirty="0" smtClean="0">
                <a:solidFill>
                  <a:schemeClr val="tx2">
                    <a:lumMod val="75000"/>
                  </a:schemeClr>
                </a:solidFill>
              </a:rPr>
              <a:t> </a:t>
            </a:r>
          </a:p>
          <a:p>
            <a:pPr marL="0" indent="0" algn="just">
              <a:buNone/>
            </a:pPr>
            <a:r>
              <a:rPr lang="en-US" sz="2400" dirty="0">
                <a:solidFill>
                  <a:schemeClr val="tx2">
                    <a:lumMod val="75000"/>
                  </a:schemeClr>
                </a:solidFill>
              </a:rPr>
              <a:t>	</a:t>
            </a:r>
            <a:r>
              <a:rPr lang="en-US" sz="2000" dirty="0" smtClean="0">
                <a:solidFill>
                  <a:schemeClr val="tx2">
                    <a:lumMod val="75000"/>
                  </a:schemeClr>
                </a:solidFill>
              </a:rPr>
              <a:t>Post </a:t>
            </a:r>
            <a:r>
              <a:rPr lang="en-US" sz="2000" dirty="0">
                <a:solidFill>
                  <a:schemeClr val="tx2">
                    <a:lumMod val="75000"/>
                  </a:schemeClr>
                </a:solidFill>
              </a:rPr>
              <a:t>Clearance Audit by Customs and Excise Department is an audit, investigation, inspection or control carried out in a systematic manner by competent Customs officers to verify the accuracy and authenticity of Customs declarations through the examination of the relevant documents, books, records, and other business information systems that are kept in accordance with the provision of the </a:t>
            </a:r>
            <a:r>
              <a:rPr lang="en-US" sz="2000" dirty="0" err="1">
                <a:solidFill>
                  <a:schemeClr val="tx2">
                    <a:lumMod val="75000"/>
                  </a:schemeClr>
                </a:solidFill>
              </a:rPr>
              <a:t>Prakas</a:t>
            </a:r>
            <a:r>
              <a:rPr lang="en-US" sz="2000" dirty="0">
                <a:solidFill>
                  <a:schemeClr val="tx2">
                    <a:lumMod val="75000"/>
                  </a:schemeClr>
                </a:solidFill>
              </a:rPr>
              <a:t> on the Management of Documents, Books, Records and Other Information on Imports and Exports in the above reference by persons as described in </a:t>
            </a:r>
            <a:r>
              <a:rPr lang="en-US" sz="2000" dirty="0" err="1">
                <a:solidFill>
                  <a:schemeClr val="tx2">
                    <a:lumMod val="75000"/>
                  </a:schemeClr>
                </a:solidFill>
              </a:rPr>
              <a:t>Praka</a:t>
            </a:r>
            <a:r>
              <a:rPr lang="en-US" sz="2000" dirty="0">
                <a:solidFill>
                  <a:schemeClr val="tx2">
                    <a:lumMod val="75000"/>
                  </a:schemeClr>
                </a:solidFill>
              </a:rPr>
              <a:t> 6 of </a:t>
            </a:r>
            <a:r>
              <a:rPr lang="en-US" sz="2000" dirty="0" err="1" smtClean="0">
                <a:solidFill>
                  <a:schemeClr val="tx2">
                    <a:lumMod val="75000"/>
                  </a:schemeClr>
                </a:solidFill>
              </a:rPr>
              <a:t>Prakas</a:t>
            </a:r>
            <a:r>
              <a:rPr lang="en-US" sz="2000" dirty="0" smtClean="0">
                <a:solidFill>
                  <a:schemeClr val="tx2">
                    <a:lumMod val="75000"/>
                  </a:schemeClr>
                </a:solidFill>
              </a:rPr>
              <a:t> 388.</a:t>
            </a:r>
            <a:endParaRPr lang="en-US" sz="2000" dirty="0">
              <a:solidFill>
                <a:schemeClr val="tx2">
                  <a:lumMod val="75000"/>
                </a:schemeClr>
              </a:solidFill>
            </a:endParaRPr>
          </a:p>
          <a:p>
            <a:pPr marL="0" indent="0">
              <a:buNone/>
            </a:pPr>
            <a:r>
              <a:rPr lang="en-US" sz="2400" b="1" dirty="0" smtClean="0">
                <a:solidFill>
                  <a:schemeClr val="accent3">
                    <a:lumMod val="50000"/>
                  </a:schemeClr>
                </a:solidFill>
              </a:rPr>
              <a:t>B- </a:t>
            </a:r>
            <a:r>
              <a:rPr lang="en-US" sz="2400" b="1" u="sng" dirty="0" smtClean="0">
                <a:solidFill>
                  <a:schemeClr val="accent3">
                    <a:lumMod val="50000"/>
                  </a:schemeClr>
                </a:solidFill>
              </a:rPr>
              <a:t>Auditee mean</a:t>
            </a:r>
            <a:r>
              <a:rPr lang="en-US" sz="2400" dirty="0" smtClean="0">
                <a:solidFill>
                  <a:schemeClr val="accent3">
                    <a:lumMod val="50000"/>
                  </a:schemeClr>
                </a:solidFill>
              </a:rPr>
              <a:t>: </a:t>
            </a:r>
          </a:p>
          <a:p>
            <a:pPr marL="0" indent="0" algn="just">
              <a:buNone/>
            </a:pPr>
            <a:r>
              <a:rPr lang="en-US" sz="2400" dirty="0">
                <a:solidFill>
                  <a:schemeClr val="accent3">
                    <a:lumMod val="50000"/>
                  </a:schemeClr>
                </a:solidFill>
              </a:rPr>
              <a:t>	</a:t>
            </a:r>
            <a:r>
              <a:rPr lang="en-US" sz="2200" dirty="0" smtClean="0">
                <a:solidFill>
                  <a:schemeClr val="accent3">
                    <a:lumMod val="50000"/>
                  </a:schemeClr>
                </a:solidFill>
              </a:rPr>
              <a:t>Importers, Exporters, Customs brokers, Operators of customs temporary storage facilities, Operators of customs bonded warehouses, and Transportation operators and other concerned parties including commercial Bank and similar such institution.</a:t>
            </a:r>
          </a:p>
        </p:txBody>
      </p:sp>
    </p:spTree>
    <p:extLst>
      <p:ext uri="{BB962C8B-B14F-4D97-AF65-F5344CB8AC3E}">
        <p14:creationId xmlns:p14="http://schemas.microsoft.com/office/powerpoint/2010/main" val="1354030901"/>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A2C2F2A2-C04E-4524-9E13-26AC6DEB0749}" type="slidenum">
              <a:rPr lang="en-US" altLang="en-US" smtClean="0"/>
              <a:pPr/>
              <a:t>5</a:t>
            </a:fld>
            <a:endParaRPr lang="en-US" altLang="en-US" dirty="0"/>
          </a:p>
        </p:txBody>
      </p:sp>
      <p:sp>
        <p:nvSpPr>
          <p:cNvPr id="12" name="Content Placeholder 2"/>
          <p:cNvSpPr>
            <a:spLocks noGrp="1"/>
          </p:cNvSpPr>
          <p:nvPr>
            <p:ph idx="1"/>
          </p:nvPr>
        </p:nvSpPr>
        <p:spPr>
          <a:xfrm>
            <a:off x="457200" y="1531088"/>
            <a:ext cx="8229600" cy="5098312"/>
          </a:xfrm>
        </p:spPr>
        <p:txBody>
          <a:bodyPr/>
          <a:lstStyle/>
          <a:p>
            <a:pPr marL="0" indent="0">
              <a:lnSpc>
                <a:spcPct val="130000"/>
              </a:lnSpc>
              <a:spcBef>
                <a:spcPct val="0"/>
              </a:spcBef>
              <a:buNone/>
            </a:pPr>
            <a:r>
              <a:rPr lang="en-US" sz="2400" b="1" dirty="0" smtClean="0">
                <a:solidFill>
                  <a:schemeClr val="accent3">
                    <a:lumMod val="50000"/>
                  </a:schemeClr>
                </a:solidFill>
              </a:rPr>
              <a:t>C- </a:t>
            </a:r>
            <a:r>
              <a:rPr lang="en-US" sz="2400" b="1" u="sng" dirty="0" smtClean="0">
                <a:solidFill>
                  <a:schemeClr val="accent3">
                    <a:lumMod val="50000"/>
                  </a:schemeClr>
                </a:solidFill>
              </a:rPr>
              <a:t>Objective</a:t>
            </a:r>
            <a:r>
              <a:rPr lang="en-US" sz="2400" b="1" u="sng" dirty="0">
                <a:solidFill>
                  <a:schemeClr val="accent3">
                    <a:lumMod val="50000"/>
                  </a:schemeClr>
                </a:solidFill>
              </a:rPr>
              <a:t>:</a:t>
            </a:r>
          </a:p>
          <a:p>
            <a:pPr marL="968375" indent="-395288">
              <a:lnSpc>
                <a:spcPct val="130000"/>
              </a:lnSpc>
              <a:buFont typeface="Wingdings" pitchFamily="2" charset="2"/>
              <a:buChar char="Ø"/>
            </a:pPr>
            <a:r>
              <a:rPr lang="en-US" sz="2600" dirty="0" smtClean="0">
                <a:solidFill>
                  <a:schemeClr val="tx2">
                    <a:lumMod val="75000"/>
                  </a:schemeClr>
                </a:solidFill>
              </a:rPr>
              <a:t>To verify accuracy and authenticity of Customs declarations (</a:t>
            </a:r>
            <a:r>
              <a:rPr lang="en-US" sz="2600" b="1" dirty="0" smtClean="0">
                <a:solidFill>
                  <a:schemeClr val="tx2">
                    <a:lumMod val="75000"/>
                  </a:schemeClr>
                </a:solidFill>
              </a:rPr>
              <a:t>SAD</a:t>
            </a:r>
            <a:r>
              <a:rPr lang="en-US" sz="2600" dirty="0" smtClean="0">
                <a:solidFill>
                  <a:schemeClr val="tx2">
                    <a:lumMod val="75000"/>
                  </a:schemeClr>
                </a:solidFill>
              </a:rPr>
              <a:t>) made by an </a:t>
            </a:r>
            <a:r>
              <a:rPr lang="en-US" sz="2600" dirty="0" err="1" smtClean="0">
                <a:solidFill>
                  <a:schemeClr val="tx2">
                    <a:lumMod val="75000"/>
                  </a:schemeClr>
                </a:solidFill>
              </a:rPr>
              <a:t>Auditee</a:t>
            </a:r>
            <a:r>
              <a:rPr lang="en-US" sz="2600" dirty="0" smtClean="0">
                <a:solidFill>
                  <a:schemeClr val="tx2">
                    <a:lumMod val="75000"/>
                  </a:schemeClr>
                </a:solidFill>
              </a:rPr>
              <a:t> in past;</a:t>
            </a:r>
          </a:p>
          <a:p>
            <a:pPr marL="968375" indent="-395288">
              <a:lnSpc>
                <a:spcPct val="130000"/>
              </a:lnSpc>
              <a:buFont typeface="Wingdings" pitchFamily="2" charset="2"/>
              <a:buChar char="Ø"/>
            </a:pPr>
            <a:r>
              <a:rPr lang="en-US" sz="2600" dirty="0" smtClean="0">
                <a:solidFill>
                  <a:schemeClr val="tx2">
                    <a:lumMod val="75000"/>
                  </a:schemeClr>
                </a:solidFill>
              </a:rPr>
              <a:t>To recommend necessary measures for correcting discrepancy in the </a:t>
            </a:r>
            <a:r>
              <a:rPr lang="en-US" sz="2600" b="1" dirty="0" smtClean="0">
                <a:solidFill>
                  <a:schemeClr val="tx2">
                    <a:lumMod val="75000"/>
                  </a:schemeClr>
                </a:solidFill>
              </a:rPr>
              <a:t>SAD</a:t>
            </a:r>
            <a:r>
              <a:rPr lang="en-US" sz="2600" dirty="0" smtClean="0">
                <a:solidFill>
                  <a:schemeClr val="tx2">
                    <a:lumMod val="75000"/>
                  </a:schemeClr>
                </a:solidFill>
              </a:rPr>
              <a:t>, including shortage of duties/taxes, to the </a:t>
            </a:r>
            <a:r>
              <a:rPr lang="en-US" sz="2600" dirty="0" err="1" smtClean="0">
                <a:solidFill>
                  <a:schemeClr val="tx2">
                    <a:lumMod val="75000"/>
                  </a:schemeClr>
                </a:solidFill>
              </a:rPr>
              <a:t>Auditee</a:t>
            </a:r>
            <a:r>
              <a:rPr lang="en-US" sz="2600" dirty="0" smtClean="0">
                <a:solidFill>
                  <a:schemeClr val="tx2">
                    <a:lumMod val="75000"/>
                  </a:schemeClr>
                </a:solidFill>
              </a:rPr>
              <a:t> and the relevant customs units; and</a:t>
            </a:r>
          </a:p>
          <a:p>
            <a:pPr marL="968375" indent="-395288">
              <a:lnSpc>
                <a:spcPct val="130000"/>
              </a:lnSpc>
              <a:buFont typeface="Wingdings" pitchFamily="2" charset="2"/>
              <a:buChar char="Ø"/>
            </a:pPr>
            <a:r>
              <a:rPr lang="en-US" sz="2600" dirty="0" smtClean="0">
                <a:solidFill>
                  <a:schemeClr val="tx2">
                    <a:lumMod val="75000"/>
                  </a:schemeClr>
                </a:solidFill>
              </a:rPr>
              <a:t>To encourage the </a:t>
            </a:r>
            <a:r>
              <a:rPr lang="en-US" sz="2600" dirty="0" err="1" smtClean="0">
                <a:solidFill>
                  <a:schemeClr val="tx2">
                    <a:lumMod val="75000"/>
                  </a:schemeClr>
                </a:solidFill>
              </a:rPr>
              <a:t>Auditee</a:t>
            </a:r>
            <a:r>
              <a:rPr lang="en-US" sz="2600" dirty="0" smtClean="0">
                <a:solidFill>
                  <a:schemeClr val="tx2">
                    <a:lumMod val="75000"/>
                  </a:schemeClr>
                </a:solidFill>
              </a:rPr>
              <a:t> to improve its degree of compliance with the customs laws and regulations.</a:t>
            </a:r>
          </a:p>
        </p:txBody>
      </p:sp>
      <p:sp>
        <p:nvSpPr>
          <p:cNvPr id="13" name="Rectangle 12"/>
          <p:cNvSpPr/>
          <p:nvPr/>
        </p:nvSpPr>
        <p:spPr>
          <a:xfrm>
            <a:off x="1811315" y="454287"/>
            <a:ext cx="5808685" cy="646331"/>
          </a:xfrm>
          <a:prstGeom prst="rect">
            <a:avLst/>
          </a:prstGeom>
        </p:spPr>
        <p:txBody>
          <a:bodyPr wrap="square">
            <a:spAutoFit/>
          </a:bodyPr>
          <a:lstStyle/>
          <a:p>
            <a:r>
              <a:rPr lang="en-US"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 Objectives </a:t>
            </a:r>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of PCA</a:t>
            </a:r>
          </a:p>
        </p:txBody>
      </p:sp>
    </p:spTree>
    <p:extLst>
      <p:ext uri="{BB962C8B-B14F-4D97-AF65-F5344CB8AC3E}">
        <p14:creationId xmlns:p14="http://schemas.microsoft.com/office/powerpoint/2010/main" val="1389230979"/>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A2C2F2A2-C04E-4524-9E13-26AC6DEB0749}" type="slidenum">
              <a:rPr lang="en-US" altLang="en-US" smtClean="0"/>
              <a:pPr/>
              <a:t>6</a:t>
            </a:fld>
            <a:endParaRPr lang="en-US" altLang="en-US" dirty="0"/>
          </a:p>
        </p:txBody>
      </p:sp>
      <p:sp>
        <p:nvSpPr>
          <p:cNvPr id="10" name="Content Placeholder 2"/>
          <p:cNvSpPr>
            <a:spLocks noGrp="1"/>
          </p:cNvSpPr>
          <p:nvPr>
            <p:ph idx="1"/>
          </p:nvPr>
        </p:nvSpPr>
        <p:spPr>
          <a:xfrm>
            <a:off x="381000" y="1509822"/>
            <a:ext cx="8229600" cy="4586177"/>
          </a:xfrm>
        </p:spPr>
        <p:txBody>
          <a:bodyPr/>
          <a:lstStyle/>
          <a:p>
            <a:pPr marL="0" indent="0">
              <a:lnSpc>
                <a:spcPct val="130000"/>
              </a:lnSpc>
              <a:buNone/>
            </a:pPr>
            <a:r>
              <a:rPr lang="en-US" sz="2400" b="1" dirty="0" smtClean="0">
                <a:solidFill>
                  <a:schemeClr val="accent3">
                    <a:lumMod val="50000"/>
                  </a:schemeClr>
                </a:solidFill>
              </a:rPr>
              <a:t>D-</a:t>
            </a:r>
            <a:r>
              <a:rPr lang="en-US" sz="2400" b="1" u="sng" dirty="0" smtClean="0">
                <a:solidFill>
                  <a:schemeClr val="accent3">
                    <a:lumMod val="50000"/>
                  </a:schemeClr>
                </a:solidFill>
              </a:rPr>
              <a:t> Type:</a:t>
            </a:r>
          </a:p>
          <a:p>
            <a:pPr marL="0" indent="0">
              <a:lnSpc>
                <a:spcPct val="130000"/>
              </a:lnSpc>
              <a:buNone/>
            </a:pPr>
            <a:r>
              <a:rPr lang="en-US" sz="2400" b="1" dirty="0" smtClean="0">
                <a:solidFill>
                  <a:schemeClr val="accent1">
                    <a:lumMod val="50000"/>
                  </a:schemeClr>
                </a:solidFill>
              </a:rPr>
              <a:t>1-</a:t>
            </a:r>
            <a:r>
              <a:rPr lang="en-US" sz="2400" dirty="0" smtClean="0">
                <a:solidFill>
                  <a:schemeClr val="accent1">
                    <a:lumMod val="50000"/>
                  </a:schemeClr>
                </a:solidFill>
              </a:rPr>
              <a:t> </a:t>
            </a:r>
            <a:r>
              <a:rPr lang="en-US" sz="2400" b="1" dirty="0" smtClean="0">
                <a:solidFill>
                  <a:schemeClr val="accent1">
                    <a:lumMod val="50000"/>
                  </a:schemeClr>
                </a:solidFill>
              </a:rPr>
              <a:t>Type of Company:</a:t>
            </a:r>
          </a:p>
          <a:p>
            <a:pPr lvl="1">
              <a:lnSpc>
                <a:spcPct val="130000"/>
              </a:lnSpc>
              <a:buFont typeface="Wingdings" pitchFamily="2" charset="2"/>
              <a:buChar char="Ø"/>
            </a:pPr>
            <a:r>
              <a:rPr lang="en-US" sz="2000" dirty="0" smtClean="0">
                <a:solidFill>
                  <a:schemeClr val="accent1">
                    <a:lumMod val="50000"/>
                  </a:schemeClr>
                </a:solidFill>
              </a:rPr>
              <a:t>QIP Company </a:t>
            </a:r>
          </a:p>
          <a:p>
            <a:pPr lvl="1">
              <a:lnSpc>
                <a:spcPct val="130000"/>
              </a:lnSpc>
              <a:buFont typeface="Wingdings" pitchFamily="2" charset="2"/>
              <a:buChar char="Ø"/>
            </a:pPr>
            <a:r>
              <a:rPr lang="en-US" sz="2000" dirty="0" smtClean="0">
                <a:solidFill>
                  <a:schemeClr val="accent1">
                    <a:lumMod val="50000"/>
                  </a:schemeClr>
                </a:solidFill>
              </a:rPr>
              <a:t>Non-QIP Company</a:t>
            </a:r>
          </a:p>
          <a:p>
            <a:pPr lvl="1">
              <a:lnSpc>
                <a:spcPct val="130000"/>
              </a:lnSpc>
              <a:buFont typeface="Wingdings" pitchFamily="2" charset="2"/>
              <a:buChar char="Ø"/>
            </a:pPr>
            <a:r>
              <a:rPr lang="en-US" sz="2000" dirty="0" smtClean="0">
                <a:solidFill>
                  <a:schemeClr val="accent1">
                    <a:lumMod val="50000"/>
                  </a:schemeClr>
                </a:solidFill>
              </a:rPr>
              <a:t>Regular </a:t>
            </a:r>
            <a:r>
              <a:rPr lang="en-US" sz="2000" dirty="0">
                <a:solidFill>
                  <a:schemeClr val="accent1">
                    <a:lumMod val="50000"/>
                  </a:schemeClr>
                </a:solidFill>
              </a:rPr>
              <a:t>Importers and </a:t>
            </a:r>
            <a:r>
              <a:rPr lang="en-US" sz="2000" dirty="0" smtClean="0">
                <a:solidFill>
                  <a:schemeClr val="accent1">
                    <a:lumMod val="50000"/>
                  </a:schemeClr>
                </a:solidFill>
              </a:rPr>
              <a:t>Exporters</a:t>
            </a:r>
          </a:p>
          <a:p>
            <a:pPr lvl="1">
              <a:lnSpc>
                <a:spcPct val="130000"/>
              </a:lnSpc>
              <a:buFont typeface="Wingdings" pitchFamily="2" charset="2"/>
              <a:buChar char="Ø"/>
            </a:pPr>
            <a:r>
              <a:rPr lang="en-US" sz="2000" dirty="0">
                <a:solidFill>
                  <a:schemeClr val="accent1">
                    <a:lumMod val="50000"/>
                  </a:schemeClr>
                </a:solidFill>
              </a:rPr>
              <a:t>O</a:t>
            </a:r>
            <a:r>
              <a:rPr lang="en-US" sz="2000" dirty="0" smtClean="0">
                <a:solidFill>
                  <a:schemeClr val="accent1">
                    <a:lumMod val="50000"/>
                  </a:schemeClr>
                </a:solidFill>
              </a:rPr>
              <a:t>thers</a:t>
            </a:r>
          </a:p>
          <a:p>
            <a:pPr marL="0" indent="0">
              <a:lnSpc>
                <a:spcPct val="130000"/>
              </a:lnSpc>
              <a:buNone/>
            </a:pPr>
            <a:r>
              <a:rPr lang="en-US" sz="2400" b="1" dirty="0" smtClean="0">
                <a:solidFill>
                  <a:schemeClr val="accent1">
                    <a:lumMod val="50000"/>
                  </a:schemeClr>
                </a:solidFill>
              </a:rPr>
              <a:t>2- Type of Audit:</a:t>
            </a:r>
            <a:r>
              <a:rPr lang="en-US" sz="2400" b="1" u="sng" dirty="0" smtClean="0">
                <a:solidFill>
                  <a:schemeClr val="accent1">
                    <a:lumMod val="50000"/>
                  </a:schemeClr>
                </a:solidFill>
              </a:rPr>
              <a:t> </a:t>
            </a:r>
            <a:endParaRPr lang="en-US" sz="2400" b="1" u="sng" dirty="0">
              <a:solidFill>
                <a:schemeClr val="accent1">
                  <a:lumMod val="50000"/>
                </a:schemeClr>
              </a:solidFill>
            </a:endParaRPr>
          </a:p>
          <a:p>
            <a:pPr lvl="1">
              <a:lnSpc>
                <a:spcPct val="130000"/>
              </a:lnSpc>
              <a:buFont typeface="Wingdings" pitchFamily="2" charset="2"/>
              <a:buChar char="Ø"/>
            </a:pPr>
            <a:r>
              <a:rPr lang="en-US" sz="2000" dirty="0" smtClean="0">
                <a:solidFill>
                  <a:schemeClr val="accent1">
                    <a:lumMod val="50000"/>
                  </a:schemeClr>
                </a:solidFill>
              </a:rPr>
              <a:t>Desk Review Audit,</a:t>
            </a:r>
          </a:p>
          <a:p>
            <a:pPr lvl="1">
              <a:lnSpc>
                <a:spcPct val="130000"/>
              </a:lnSpc>
              <a:buFont typeface="Wingdings" pitchFamily="2" charset="2"/>
              <a:buChar char="Ø"/>
            </a:pPr>
            <a:r>
              <a:rPr lang="en-US" sz="2000" dirty="0" smtClean="0">
                <a:solidFill>
                  <a:schemeClr val="accent1">
                    <a:lumMod val="50000"/>
                  </a:schemeClr>
                </a:solidFill>
              </a:rPr>
              <a:t>Limit Scope Audit and </a:t>
            </a:r>
            <a:endParaRPr lang="en-US" sz="2000" dirty="0">
              <a:solidFill>
                <a:schemeClr val="accent1">
                  <a:lumMod val="50000"/>
                </a:schemeClr>
              </a:solidFill>
            </a:endParaRPr>
          </a:p>
          <a:p>
            <a:pPr lvl="1">
              <a:lnSpc>
                <a:spcPct val="130000"/>
              </a:lnSpc>
              <a:buFont typeface="Wingdings" pitchFamily="2" charset="2"/>
              <a:buChar char="Ø"/>
            </a:pPr>
            <a:r>
              <a:rPr lang="en-US" sz="2000" dirty="0" smtClean="0">
                <a:solidFill>
                  <a:schemeClr val="accent1">
                    <a:lumMod val="50000"/>
                  </a:schemeClr>
                </a:solidFill>
              </a:rPr>
              <a:t>Compliance Audit</a:t>
            </a:r>
            <a:endParaRPr lang="en-US" sz="2400" dirty="0">
              <a:solidFill>
                <a:schemeClr val="accent1">
                  <a:lumMod val="50000"/>
                </a:schemeClr>
              </a:solidFill>
            </a:endParaRPr>
          </a:p>
        </p:txBody>
      </p:sp>
      <p:sp>
        <p:nvSpPr>
          <p:cNvPr id="11" name="Rectangle 10"/>
          <p:cNvSpPr/>
          <p:nvPr/>
        </p:nvSpPr>
        <p:spPr>
          <a:xfrm>
            <a:off x="1811315" y="454287"/>
            <a:ext cx="5808685" cy="646331"/>
          </a:xfrm>
          <a:prstGeom prst="rect">
            <a:avLst/>
          </a:prstGeom>
        </p:spPr>
        <p:txBody>
          <a:bodyPr wrap="square">
            <a:spAutoFit/>
          </a:bodyPr>
          <a:lstStyle/>
          <a:p>
            <a:r>
              <a:rPr lang="en-US"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 Objectives </a:t>
            </a:r>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of PCA</a:t>
            </a:r>
          </a:p>
        </p:txBody>
      </p:sp>
    </p:spTree>
    <p:extLst>
      <p:ext uri="{BB962C8B-B14F-4D97-AF65-F5344CB8AC3E}">
        <p14:creationId xmlns:p14="http://schemas.microsoft.com/office/powerpoint/2010/main" val="1391297791"/>
      </p:ext>
    </p:extLst>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A2C2F2A2-C04E-4524-9E13-26AC6DEB0749}" type="slidenum">
              <a:rPr lang="en-US" altLang="en-US" smtClean="0"/>
              <a:pPr/>
              <a:t>7</a:t>
            </a:fld>
            <a:endParaRPr lang="en-US" altLang="en-US" dirty="0"/>
          </a:p>
        </p:txBody>
      </p:sp>
      <p:sp>
        <p:nvSpPr>
          <p:cNvPr id="9" name="Rectangle 8"/>
          <p:cNvSpPr/>
          <p:nvPr/>
        </p:nvSpPr>
        <p:spPr>
          <a:xfrm>
            <a:off x="1658679" y="279918"/>
            <a:ext cx="4433777" cy="646331"/>
          </a:xfrm>
          <a:prstGeom prst="rect">
            <a:avLst/>
          </a:prstGeom>
        </p:spPr>
        <p:txBody>
          <a:bodyPr wrap="square">
            <a:spAutoFit/>
          </a:bodyPr>
          <a:lstStyle/>
          <a:p>
            <a:pPr lvl="0"/>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lang="en-US"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Legal </a:t>
            </a:r>
            <a:r>
              <a:rPr lang="en-US" altLang="zh-CN"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Support</a:t>
            </a:r>
            <a:endPar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1" name="Content Placeholder 2"/>
          <p:cNvSpPr>
            <a:spLocks noGrp="1"/>
          </p:cNvSpPr>
          <p:nvPr>
            <p:ph idx="1"/>
          </p:nvPr>
        </p:nvSpPr>
        <p:spPr>
          <a:xfrm>
            <a:off x="304800" y="1711842"/>
            <a:ext cx="8229600" cy="4917558"/>
          </a:xfrm>
        </p:spPr>
        <p:txBody>
          <a:bodyPr>
            <a:normAutofit fontScale="70000" lnSpcReduction="20000"/>
          </a:bodyPr>
          <a:lstStyle/>
          <a:p>
            <a:pPr marL="355600" lvl="1" indent="-355600">
              <a:lnSpc>
                <a:spcPct val="150000"/>
              </a:lnSpc>
              <a:buFont typeface="Wingdings" pitchFamily="2" charset="2"/>
              <a:buAutoNum type="arabicPeriod"/>
              <a:defRPr/>
            </a:pPr>
            <a:r>
              <a:rPr lang="en-US" b="1" dirty="0" smtClean="0">
                <a:solidFill>
                  <a:schemeClr val="tx2">
                    <a:lumMod val="75000"/>
                  </a:schemeClr>
                </a:solidFill>
              </a:rPr>
              <a:t>Law on Customs promulgated on 20</a:t>
            </a:r>
            <a:r>
              <a:rPr lang="en-US" b="1" baseline="30000" dirty="0" smtClean="0">
                <a:solidFill>
                  <a:schemeClr val="tx2">
                    <a:lumMod val="75000"/>
                  </a:schemeClr>
                </a:solidFill>
              </a:rPr>
              <a:t>th</a:t>
            </a:r>
            <a:r>
              <a:rPr lang="en-US" b="1" dirty="0" smtClean="0">
                <a:solidFill>
                  <a:schemeClr val="tx2">
                    <a:lumMod val="75000"/>
                  </a:schemeClr>
                </a:solidFill>
              </a:rPr>
              <a:t> July 2007</a:t>
            </a:r>
          </a:p>
          <a:p>
            <a:pPr marL="629920" lvl="2" indent="-355600">
              <a:lnSpc>
                <a:spcPct val="150000"/>
              </a:lnSpc>
              <a:buFont typeface="Wingdings" pitchFamily="2" charset="2"/>
              <a:buChar char="Ø"/>
              <a:defRPr/>
            </a:pPr>
            <a:r>
              <a:rPr lang="en-US" sz="2800" b="1" dirty="0" smtClean="0">
                <a:solidFill>
                  <a:schemeClr val="tx2">
                    <a:lumMod val="75000"/>
                  </a:schemeClr>
                </a:solidFill>
              </a:rPr>
              <a:t>Article </a:t>
            </a:r>
            <a:r>
              <a:rPr lang="en-US" sz="2800" b="1" dirty="0" smtClean="0">
                <a:solidFill>
                  <a:schemeClr val="tx2">
                    <a:lumMod val="75000"/>
                  </a:schemeClr>
                </a:solidFill>
                <a:hlinkClick r:id="rId3" action="ppaction://hlinkfile"/>
              </a:rPr>
              <a:t>15</a:t>
            </a:r>
            <a:r>
              <a:rPr lang="en-US" sz="2800" b="1" dirty="0" smtClean="0">
                <a:solidFill>
                  <a:schemeClr val="tx2">
                    <a:lumMod val="75000"/>
                  </a:schemeClr>
                </a:solidFill>
              </a:rPr>
              <a:t>, </a:t>
            </a:r>
            <a:r>
              <a:rPr lang="en-US" sz="2800" b="1" dirty="0" smtClean="0">
                <a:solidFill>
                  <a:schemeClr val="tx2">
                    <a:lumMod val="75000"/>
                  </a:schemeClr>
                </a:solidFill>
                <a:latin typeface="Khmer OS Metal Chrieng" pitchFamily="2" charset="0"/>
                <a:ea typeface="Khmer MEF2" pitchFamily="2" charset="0"/>
                <a:cs typeface="Khmer OS Metal Chrieng" pitchFamily="2" charset="0"/>
                <a:hlinkClick r:id="rId4" action="ppaction://hlinkfile"/>
              </a:rPr>
              <a:t>18</a:t>
            </a:r>
            <a:r>
              <a:rPr lang="en-US" sz="2800" b="1" dirty="0" smtClean="0">
                <a:solidFill>
                  <a:schemeClr val="tx2">
                    <a:lumMod val="75000"/>
                  </a:schemeClr>
                </a:solidFill>
                <a:latin typeface="Khmer OS Metal Chrieng" pitchFamily="2" charset="0"/>
                <a:ea typeface="Khmer MEF2" pitchFamily="2" charset="0"/>
                <a:cs typeface="Khmer OS Metal Chrieng" pitchFamily="2" charset="0"/>
              </a:rPr>
              <a:t>, </a:t>
            </a:r>
            <a:r>
              <a:rPr lang="en-US" sz="2800" b="1" dirty="0" smtClean="0">
                <a:solidFill>
                  <a:schemeClr val="tx2">
                    <a:lumMod val="75000"/>
                  </a:schemeClr>
                </a:solidFill>
                <a:latin typeface="Khmer OS Metal Chrieng" pitchFamily="2" charset="0"/>
                <a:ea typeface="Khmer MEF2" pitchFamily="2" charset="0"/>
                <a:cs typeface="Khmer OS Metal Chrieng" pitchFamily="2" charset="0"/>
                <a:hlinkClick r:id="rId5" action="ppaction://hlinkfile"/>
              </a:rPr>
              <a:t>24</a:t>
            </a:r>
            <a:r>
              <a:rPr lang="en-US" sz="2800" b="1" dirty="0" smtClean="0">
                <a:solidFill>
                  <a:schemeClr val="tx2">
                    <a:lumMod val="75000"/>
                  </a:schemeClr>
                </a:solidFill>
                <a:latin typeface="Khmer OS Metal Chrieng" pitchFamily="2" charset="0"/>
                <a:ea typeface="Khmer MEF2" pitchFamily="2" charset="0"/>
                <a:cs typeface="Khmer OS Metal Chrieng" pitchFamily="2" charset="0"/>
              </a:rPr>
              <a:t>,</a:t>
            </a:r>
            <a:r>
              <a:rPr lang="km-KH" sz="2800" b="1" dirty="0" smtClean="0">
                <a:solidFill>
                  <a:schemeClr val="tx2">
                    <a:lumMod val="75000"/>
                  </a:schemeClr>
                </a:solidFill>
                <a:latin typeface="Khmer OS Metal Chrieng" pitchFamily="2" charset="0"/>
                <a:ea typeface="Khmer MEF2" pitchFamily="2" charset="0"/>
                <a:cs typeface="Khmer OS Metal Chrieng" pitchFamily="2" charset="0"/>
              </a:rPr>
              <a:t> </a:t>
            </a:r>
            <a:r>
              <a:rPr lang="en-US" sz="2800" b="1" dirty="0" smtClean="0">
                <a:solidFill>
                  <a:schemeClr val="tx2">
                    <a:lumMod val="75000"/>
                  </a:schemeClr>
                </a:solidFill>
                <a:latin typeface="Khmer OS Metal Chrieng" pitchFamily="2" charset="0"/>
                <a:ea typeface="Khmer MEF2" pitchFamily="2" charset="0"/>
                <a:cs typeface="Khmer OS Metal Chrieng" pitchFamily="2" charset="0"/>
                <a:hlinkClick r:id="rId6" action="ppaction://hlinkfile"/>
              </a:rPr>
              <a:t>26,</a:t>
            </a:r>
            <a:r>
              <a:rPr lang="km-KH" sz="2800" b="1" dirty="0" smtClean="0">
                <a:solidFill>
                  <a:schemeClr val="tx2">
                    <a:lumMod val="75000"/>
                  </a:schemeClr>
                </a:solidFill>
                <a:latin typeface="Khmer OS Metal Chrieng" pitchFamily="2" charset="0"/>
                <a:ea typeface="Khmer MEF2" pitchFamily="2" charset="0"/>
                <a:cs typeface="Khmer OS Metal Chrieng" pitchFamily="2" charset="0"/>
              </a:rPr>
              <a:t> </a:t>
            </a:r>
            <a:r>
              <a:rPr lang="en-US" sz="2800" b="1" dirty="0" smtClean="0">
                <a:solidFill>
                  <a:schemeClr val="tx2">
                    <a:lumMod val="75000"/>
                  </a:schemeClr>
                </a:solidFill>
                <a:latin typeface="Khmer OS Metal Chrieng" pitchFamily="2" charset="0"/>
                <a:ea typeface="Khmer MEF2" pitchFamily="2" charset="0"/>
                <a:cs typeface="Khmer OS Metal Chrieng" pitchFamily="2" charset="0"/>
                <a:hlinkClick r:id="rId7" action="ppaction://hlinkfile"/>
              </a:rPr>
              <a:t>51</a:t>
            </a:r>
            <a:r>
              <a:rPr lang="en-US" sz="2800" b="1" dirty="0" smtClean="0">
                <a:solidFill>
                  <a:schemeClr val="tx2">
                    <a:lumMod val="75000"/>
                  </a:schemeClr>
                </a:solidFill>
                <a:latin typeface="Khmer OS Metal Chrieng" pitchFamily="2" charset="0"/>
                <a:ea typeface="Khmer MEF2" pitchFamily="2" charset="0"/>
                <a:cs typeface="Khmer OS Metal Chrieng" pitchFamily="2" charset="0"/>
              </a:rPr>
              <a:t>, </a:t>
            </a:r>
            <a:r>
              <a:rPr lang="en-US" sz="2800" b="1" dirty="0" smtClean="0">
                <a:solidFill>
                  <a:schemeClr val="tx2">
                    <a:lumMod val="75000"/>
                  </a:schemeClr>
                </a:solidFill>
                <a:latin typeface="Khmer OS Metal Chrieng" pitchFamily="2" charset="0"/>
                <a:ea typeface="Khmer MEF2" pitchFamily="2" charset="0"/>
                <a:cs typeface="Khmer OS Metal Chrieng" pitchFamily="2" charset="0"/>
                <a:hlinkClick r:id="rId7" action="ppaction://hlinkfile"/>
              </a:rPr>
              <a:t>52</a:t>
            </a:r>
            <a:r>
              <a:rPr lang="en-US" sz="2800" b="1" dirty="0" smtClean="0">
                <a:solidFill>
                  <a:schemeClr val="tx2">
                    <a:lumMod val="75000"/>
                  </a:schemeClr>
                </a:solidFill>
                <a:latin typeface="Khmer OS Metal Chrieng" pitchFamily="2" charset="0"/>
                <a:ea typeface="Khmer MEF2" pitchFamily="2" charset="0"/>
                <a:cs typeface="Khmer OS Metal Chrieng" pitchFamily="2" charset="0"/>
              </a:rPr>
              <a:t>,</a:t>
            </a:r>
            <a:r>
              <a:rPr lang="km-KH" sz="2800" b="1" dirty="0" smtClean="0">
                <a:solidFill>
                  <a:schemeClr val="tx2">
                    <a:lumMod val="75000"/>
                  </a:schemeClr>
                </a:solidFill>
                <a:latin typeface="Khmer OS Metal Chrieng" pitchFamily="2" charset="0"/>
                <a:ea typeface="Khmer MEF2" pitchFamily="2" charset="0"/>
                <a:cs typeface="Khmer OS Metal Chrieng" pitchFamily="2" charset="0"/>
              </a:rPr>
              <a:t> </a:t>
            </a:r>
            <a:r>
              <a:rPr lang="en-US" sz="2800" b="1" dirty="0" smtClean="0">
                <a:solidFill>
                  <a:schemeClr val="tx2">
                    <a:lumMod val="75000"/>
                  </a:schemeClr>
                </a:solidFill>
                <a:latin typeface="Khmer OS Metal Chrieng" pitchFamily="2" charset="0"/>
                <a:ea typeface="Khmer MEF2" pitchFamily="2" charset="0"/>
                <a:cs typeface="Khmer OS Metal Chrieng" pitchFamily="2" charset="0"/>
                <a:hlinkClick r:id="rId8" action="ppaction://hlinkfile"/>
              </a:rPr>
              <a:t>57</a:t>
            </a:r>
            <a:r>
              <a:rPr lang="en-US" sz="2800" b="1" dirty="0" smtClean="0">
                <a:solidFill>
                  <a:schemeClr val="tx2">
                    <a:lumMod val="75000"/>
                  </a:schemeClr>
                </a:solidFill>
                <a:latin typeface="Khmer OS Metal Chrieng" pitchFamily="2" charset="0"/>
                <a:ea typeface="Khmer MEF2" pitchFamily="2" charset="0"/>
                <a:cs typeface="Khmer OS Metal Chrieng" pitchFamily="2" charset="0"/>
              </a:rPr>
              <a:t>, </a:t>
            </a:r>
            <a:r>
              <a:rPr lang="en-US" sz="2800" b="1" dirty="0" smtClean="0">
                <a:solidFill>
                  <a:schemeClr val="tx2">
                    <a:lumMod val="75000"/>
                  </a:schemeClr>
                </a:solidFill>
                <a:latin typeface="Khmer OS Metal Chrieng" pitchFamily="2" charset="0"/>
                <a:ea typeface="Khmer MEF2" pitchFamily="2" charset="0"/>
                <a:cs typeface="Khmer OS Metal Chrieng" pitchFamily="2" charset="0"/>
                <a:hlinkClick r:id="rId9" action="ppaction://hlinkfile"/>
              </a:rPr>
              <a:t>74</a:t>
            </a:r>
            <a:r>
              <a:rPr lang="en-US" sz="2800" b="1" dirty="0" smtClean="0">
                <a:solidFill>
                  <a:schemeClr val="tx2">
                    <a:lumMod val="75000"/>
                  </a:schemeClr>
                </a:solidFill>
                <a:latin typeface="Khmer OS Metal Chrieng" pitchFamily="2" charset="0"/>
                <a:ea typeface="Khmer MEF2" pitchFamily="2" charset="0"/>
                <a:cs typeface="Khmer OS Metal Chrieng" pitchFamily="2" charset="0"/>
              </a:rPr>
              <a:t>, </a:t>
            </a:r>
            <a:r>
              <a:rPr lang="en-US" sz="2800" b="1" dirty="0" smtClean="0">
                <a:solidFill>
                  <a:schemeClr val="tx2">
                    <a:lumMod val="75000"/>
                  </a:schemeClr>
                </a:solidFill>
                <a:latin typeface="Khmer OS Metal Chrieng" pitchFamily="2" charset="0"/>
                <a:ea typeface="Khmer MEF2" pitchFamily="2" charset="0"/>
                <a:cs typeface="Khmer OS Metal Chrieng" pitchFamily="2" charset="0"/>
                <a:hlinkClick r:id="rId10" action="ppaction://hlinkfile"/>
              </a:rPr>
              <a:t>75</a:t>
            </a:r>
            <a:endParaRPr lang="en-US" sz="2800" b="1" dirty="0" smtClean="0">
              <a:solidFill>
                <a:schemeClr val="tx2">
                  <a:lumMod val="75000"/>
                </a:schemeClr>
              </a:solidFill>
              <a:latin typeface="Khmer OS Metal Chrieng" pitchFamily="2" charset="0"/>
              <a:ea typeface="Khmer MEF2" pitchFamily="2" charset="0"/>
              <a:cs typeface="Khmer OS Metal Chrieng" pitchFamily="2" charset="0"/>
            </a:endParaRPr>
          </a:p>
          <a:p>
            <a:pPr marL="229870" lvl="1" indent="-355600">
              <a:lnSpc>
                <a:spcPct val="150000"/>
              </a:lnSpc>
              <a:buNone/>
              <a:defRPr/>
            </a:pPr>
            <a:r>
              <a:rPr lang="en-US" b="1" dirty="0" smtClean="0">
                <a:solidFill>
                  <a:schemeClr val="tx2">
                    <a:lumMod val="75000"/>
                  </a:schemeClr>
                </a:solidFill>
                <a:latin typeface="Khmer OS Metal Chrieng" pitchFamily="2" charset="0"/>
                <a:cs typeface="Khmer OS Metal Chrieng" pitchFamily="2" charset="0"/>
              </a:rPr>
              <a:t>2. </a:t>
            </a:r>
            <a:r>
              <a:rPr lang="en-US" b="1" dirty="0" smtClean="0">
                <a:solidFill>
                  <a:schemeClr val="tx2">
                    <a:lumMod val="75000"/>
                  </a:schemeClr>
                </a:solidFill>
              </a:rPr>
              <a:t>Supporting Regulations:</a:t>
            </a:r>
          </a:p>
          <a:p>
            <a:pPr marL="629920" lvl="2" indent="-355600">
              <a:lnSpc>
                <a:spcPct val="150000"/>
              </a:lnSpc>
              <a:buFont typeface="Wingdings" pitchFamily="2" charset="2"/>
              <a:buChar char="Ø"/>
              <a:defRPr/>
            </a:pPr>
            <a:r>
              <a:rPr lang="en-US" sz="2800" dirty="0" smtClean="0">
                <a:solidFill>
                  <a:schemeClr val="tx2">
                    <a:lumMod val="75000"/>
                  </a:schemeClr>
                </a:solidFill>
              </a:rPr>
              <a:t>MEF </a:t>
            </a:r>
            <a:r>
              <a:rPr lang="en-US" sz="2800" dirty="0" err="1" smtClean="0">
                <a:solidFill>
                  <a:schemeClr val="tx2">
                    <a:lumMod val="75000"/>
                  </a:schemeClr>
                </a:solidFill>
              </a:rPr>
              <a:t>Prakas</a:t>
            </a:r>
            <a:r>
              <a:rPr lang="en-US" sz="2800" dirty="0" smtClean="0">
                <a:solidFill>
                  <a:schemeClr val="tx2">
                    <a:lumMod val="75000"/>
                  </a:schemeClr>
                </a:solidFill>
              </a:rPr>
              <a:t> No</a:t>
            </a:r>
            <a:r>
              <a:rPr lang="en-US" sz="2800" dirty="0" smtClean="0">
                <a:solidFill>
                  <a:schemeClr val="tx2">
                    <a:lumMod val="75000"/>
                  </a:schemeClr>
                </a:solidFill>
                <a:hlinkClick r:id="rId11" action="ppaction://hlinkfile"/>
              </a:rPr>
              <a:t>. 388 </a:t>
            </a:r>
            <a:r>
              <a:rPr lang="en-US" sz="2800" dirty="0" smtClean="0">
                <a:solidFill>
                  <a:schemeClr val="tx2">
                    <a:lumMod val="75000"/>
                  </a:schemeClr>
                </a:solidFill>
              </a:rPr>
              <a:t>on Post Clearance Audit by GDCE</a:t>
            </a:r>
          </a:p>
          <a:p>
            <a:pPr marL="629920" lvl="2" indent="-355600">
              <a:lnSpc>
                <a:spcPct val="150000"/>
              </a:lnSpc>
              <a:buFont typeface="Wingdings" pitchFamily="2" charset="2"/>
              <a:buChar char="Ø"/>
              <a:defRPr/>
            </a:pPr>
            <a:r>
              <a:rPr lang="en-US" sz="2800" dirty="0" smtClean="0">
                <a:solidFill>
                  <a:schemeClr val="tx2">
                    <a:lumMod val="75000"/>
                  </a:schemeClr>
                </a:solidFill>
              </a:rPr>
              <a:t>GDCE guidance No. </a:t>
            </a:r>
            <a:r>
              <a:rPr lang="en-US" sz="2800" dirty="0" smtClean="0">
                <a:solidFill>
                  <a:schemeClr val="tx2">
                    <a:lumMod val="75000"/>
                  </a:schemeClr>
                </a:solidFill>
                <a:hlinkClick r:id="rId12" action="ppaction://hlinkfile"/>
              </a:rPr>
              <a:t>583 </a:t>
            </a:r>
            <a:r>
              <a:rPr lang="en-US" sz="2800" dirty="0" smtClean="0">
                <a:solidFill>
                  <a:schemeClr val="tx2">
                    <a:lumMod val="75000"/>
                  </a:schemeClr>
                </a:solidFill>
              </a:rPr>
              <a:t>on Initial PCA Manual</a:t>
            </a:r>
          </a:p>
          <a:p>
            <a:pPr marL="629920" lvl="2" indent="-355600">
              <a:lnSpc>
                <a:spcPct val="150000"/>
              </a:lnSpc>
              <a:buFont typeface="Wingdings" pitchFamily="2" charset="2"/>
              <a:buChar char="Ø"/>
              <a:defRPr/>
            </a:pPr>
            <a:r>
              <a:rPr lang="en-US" sz="2800" dirty="0" smtClean="0">
                <a:solidFill>
                  <a:schemeClr val="tx2">
                    <a:lumMod val="75000"/>
                  </a:schemeClr>
                </a:solidFill>
              </a:rPr>
              <a:t>MEF </a:t>
            </a:r>
            <a:r>
              <a:rPr lang="en-US" sz="2800" dirty="0" err="1" smtClean="0">
                <a:solidFill>
                  <a:schemeClr val="tx2">
                    <a:lumMod val="75000"/>
                  </a:schemeClr>
                </a:solidFill>
              </a:rPr>
              <a:t>Prakas</a:t>
            </a:r>
            <a:r>
              <a:rPr lang="en-US" sz="2800" dirty="0" smtClean="0">
                <a:solidFill>
                  <a:schemeClr val="tx2">
                    <a:lumMod val="75000"/>
                  </a:schemeClr>
                </a:solidFill>
              </a:rPr>
              <a:t> No. </a:t>
            </a:r>
            <a:r>
              <a:rPr lang="en-US" sz="2800" dirty="0" smtClean="0">
                <a:solidFill>
                  <a:schemeClr val="tx2">
                    <a:lumMod val="75000"/>
                  </a:schemeClr>
                </a:solidFill>
                <a:hlinkClick r:id="rId13" action="ppaction://hlinkfile"/>
              </a:rPr>
              <a:t>928</a:t>
            </a:r>
            <a:r>
              <a:rPr lang="en-US" sz="2800" dirty="0" smtClean="0">
                <a:solidFill>
                  <a:schemeClr val="tx2">
                    <a:lumMod val="75000"/>
                  </a:schemeClr>
                </a:solidFill>
              </a:rPr>
              <a:t> on Temporary Importation</a:t>
            </a:r>
          </a:p>
          <a:p>
            <a:pPr marL="629920" lvl="2" indent="-355600">
              <a:lnSpc>
                <a:spcPct val="150000"/>
              </a:lnSpc>
              <a:buFont typeface="Wingdings" pitchFamily="2" charset="2"/>
              <a:buChar char="Ø"/>
              <a:defRPr/>
            </a:pPr>
            <a:r>
              <a:rPr lang="en-US" sz="2800" dirty="0" smtClean="0">
                <a:solidFill>
                  <a:schemeClr val="tx2">
                    <a:lumMod val="75000"/>
                  </a:schemeClr>
                </a:solidFill>
              </a:rPr>
              <a:t>MEF </a:t>
            </a:r>
            <a:r>
              <a:rPr lang="en-US" sz="2800" dirty="0" err="1" smtClean="0">
                <a:solidFill>
                  <a:schemeClr val="tx2">
                    <a:lumMod val="75000"/>
                  </a:schemeClr>
                </a:solidFill>
              </a:rPr>
              <a:t>Prakas</a:t>
            </a:r>
            <a:r>
              <a:rPr lang="en-US" sz="2800" dirty="0" smtClean="0">
                <a:solidFill>
                  <a:schemeClr val="tx2">
                    <a:lumMod val="75000"/>
                  </a:schemeClr>
                </a:solidFill>
              </a:rPr>
              <a:t> No</a:t>
            </a:r>
            <a:r>
              <a:rPr lang="en-US" sz="2800" dirty="0" smtClean="0">
                <a:solidFill>
                  <a:schemeClr val="tx2">
                    <a:lumMod val="75000"/>
                  </a:schemeClr>
                </a:solidFill>
                <a:hlinkClick r:id="rId14" action="ppaction://hlinkfile"/>
              </a:rPr>
              <a:t>. </a:t>
            </a:r>
            <a:r>
              <a:rPr lang="en-US" sz="2800" dirty="0">
                <a:solidFill>
                  <a:schemeClr val="tx2">
                    <a:lumMod val="75000"/>
                  </a:schemeClr>
                </a:solidFill>
                <a:hlinkClick r:id="rId14" action="ppaction://hlinkfile"/>
              </a:rPr>
              <a:t>113  </a:t>
            </a:r>
            <a:r>
              <a:rPr lang="en-US" sz="2800" dirty="0">
                <a:solidFill>
                  <a:schemeClr val="tx2">
                    <a:lumMod val="75000"/>
                  </a:schemeClr>
                </a:solidFill>
              </a:rPr>
              <a:t>on Management of Documents Books Records and Other Information</a:t>
            </a:r>
            <a:endParaRPr lang="en-US" sz="2800" dirty="0" smtClean="0">
              <a:solidFill>
                <a:schemeClr val="tx2">
                  <a:lumMod val="75000"/>
                </a:schemeClr>
              </a:solidFill>
            </a:endParaRPr>
          </a:p>
          <a:p>
            <a:pPr marL="629920" lvl="2" indent="-355600">
              <a:lnSpc>
                <a:spcPct val="150000"/>
              </a:lnSpc>
              <a:buFont typeface="Wingdings" pitchFamily="2" charset="2"/>
              <a:buChar char="Ø"/>
              <a:defRPr/>
            </a:pPr>
            <a:r>
              <a:rPr lang="en-US" sz="2800" dirty="0" smtClean="0">
                <a:solidFill>
                  <a:schemeClr val="tx2">
                    <a:lumMod val="75000"/>
                  </a:schemeClr>
                </a:solidFill>
              </a:rPr>
              <a:t>MEF </a:t>
            </a:r>
            <a:r>
              <a:rPr lang="en-US" sz="2800" dirty="0" err="1" smtClean="0">
                <a:solidFill>
                  <a:schemeClr val="tx2">
                    <a:lumMod val="75000"/>
                  </a:schemeClr>
                </a:solidFill>
              </a:rPr>
              <a:t>Prakas</a:t>
            </a:r>
            <a:r>
              <a:rPr lang="en-US" sz="2800" dirty="0" smtClean="0">
                <a:solidFill>
                  <a:schemeClr val="tx2">
                    <a:lumMod val="75000"/>
                  </a:schemeClr>
                </a:solidFill>
              </a:rPr>
              <a:t> No. </a:t>
            </a:r>
            <a:r>
              <a:rPr lang="en-US" sz="2800" dirty="0">
                <a:solidFill>
                  <a:schemeClr val="tx2">
                    <a:lumMod val="75000"/>
                  </a:schemeClr>
                </a:solidFill>
                <a:hlinkClick r:id="rId15" action="ppaction://hlinkfile"/>
              </a:rPr>
              <a:t>105</a:t>
            </a:r>
            <a:r>
              <a:rPr lang="en-US" sz="2800" dirty="0">
                <a:solidFill>
                  <a:schemeClr val="tx2">
                    <a:lumMod val="75000"/>
                  </a:schemeClr>
                </a:solidFill>
              </a:rPr>
              <a:t> on Management of Goods that Exempt Duties and Taxes</a:t>
            </a:r>
            <a:endParaRPr lang="en-US" sz="2800" dirty="0" smtClean="0">
              <a:solidFill>
                <a:schemeClr val="tx2">
                  <a:lumMod val="75000"/>
                </a:schemeClr>
              </a:solidFill>
            </a:endParaRPr>
          </a:p>
          <a:p>
            <a:pPr marL="444500" lvl="0" indent="-444500">
              <a:buNone/>
            </a:pPr>
            <a:endParaRPr lang="en-GB" altLang="zh-CN" sz="3000" dirty="0" smtClean="0"/>
          </a:p>
        </p:txBody>
      </p:sp>
    </p:spTree>
    <p:extLst>
      <p:ext uri="{BB962C8B-B14F-4D97-AF65-F5344CB8AC3E}">
        <p14:creationId xmlns:p14="http://schemas.microsoft.com/office/powerpoint/2010/main" val="267524945"/>
      </p:ext>
    </p:extLst>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A2C2F2A2-C04E-4524-9E13-26AC6DEB0749}" type="slidenum">
              <a:rPr lang="en-US" altLang="en-US" smtClean="0"/>
              <a:pPr/>
              <a:t>8</a:t>
            </a:fld>
            <a:endParaRPr lang="en-US" altLang="en-US" dirty="0"/>
          </a:p>
        </p:txBody>
      </p:sp>
      <p:sp>
        <p:nvSpPr>
          <p:cNvPr id="9" name="Rectangle 8"/>
          <p:cNvSpPr/>
          <p:nvPr/>
        </p:nvSpPr>
        <p:spPr>
          <a:xfrm>
            <a:off x="1658679" y="279918"/>
            <a:ext cx="4433777" cy="646331"/>
          </a:xfrm>
          <a:prstGeom prst="rect">
            <a:avLst/>
          </a:prstGeom>
        </p:spPr>
        <p:txBody>
          <a:bodyPr wrap="square">
            <a:spAutoFit/>
          </a:bodyPr>
          <a:lstStyle/>
          <a:p>
            <a:pPr lvl="0"/>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lang="en-US"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Legal </a:t>
            </a:r>
            <a:r>
              <a:rPr lang="en-US" altLang="zh-CN"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Support</a:t>
            </a:r>
            <a:endPar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1" name="Content Placeholder 2"/>
          <p:cNvSpPr>
            <a:spLocks noGrp="1"/>
          </p:cNvSpPr>
          <p:nvPr>
            <p:ph idx="1"/>
          </p:nvPr>
        </p:nvSpPr>
        <p:spPr>
          <a:xfrm>
            <a:off x="804531" y="2062716"/>
            <a:ext cx="7403805" cy="3359889"/>
          </a:xfrm>
        </p:spPr>
        <p:txBody>
          <a:bodyPr>
            <a:normAutofit/>
          </a:bodyPr>
          <a:lstStyle/>
          <a:p>
            <a:pPr marL="0" lvl="1" indent="0">
              <a:lnSpc>
                <a:spcPct val="150000"/>
              </a:lnSpc>
              <a:buNone/>
              <a:defRPr/>
            </a:pPr>
            <a:r>
              <a:rPr lang="en-US" b="1" dirty="0" smtClean="0">
                <a:solidFill>
                  <a:schemeClr val="tx2">
                    <a:lumMod val="75000"/>
                  </a:schemeClr>
                </a:solidFill>
              </a:rPr>
              <a:t>3. </a:t>
            </a:r>
            <a:r>
              <a:rPr lang="en-US" b="1" dirty="0" smtClean="0">
                <a:solidFill>
                  <a:schemeClr val="tx2">
                    <a:lumMod val="75000"/>
                  </a:schemeClr>
                </a:solidFill>
                <a:hlinkClick r:id="rId3" action="ppaction://hlinkfile"/>
              </a:rPr>
              <a:t>GMAC Requested for Wastage Used</a:t>
            </a:r>
            <a:endParaRPr lang="en-US" b="1" dirty="0" smtClean="0">
              <a:solidFill>
                <a:schemeClr val="tx2">
                  <a:lumMod val="75000"/>
                </a:schemeClr>
              </a:solidFill>
            </a:endParaRPr>
          </a:p>
          <a:p>
            <a:pPr marL="0" lvl="1" indent="0">
              <a:lnSpc>
                <a:spcPct val="150000"/>
              </a:lnSpc>
              <a:buNone/>
              <a:defRPr/>
            </a:pPr>
            <a:r>
              <a:rPr lang="en-US" b="1" dirty="0" smtClean="0">
                <a:solidFill>
                  <a:schemeClr val="tx2">
                    <a:lumMod val="75000"/>
                  </a:schemeClr>
                </a:solidFill>
              </a:rPr>
              <a:t>4. </a:t>
            </a:r>
            <a:r>
              <a:rPr lang="en-US" b="1" dirty="0" smtClean="0">
                <a:solidFill>
                  <a:schemeClr val="tx2">
                    <a:lumMod val="75000"/>
                  </a:schemeClr>
                </a:solidFill>
                <a:hlinkClick r:id="rId4" action="ppaction://hlinkfile"/>
              </a:rPr>
              <a:t>WTO Recommendation on Wastage</a:t>
            </a:r>
            <a:endParaRPr lang="en-US" b="1" dirty="0" smtClean="0">
              <a:solidFill>
                <a:schemeClr val="tx2">
                  <a:lumMod val="75000"/>
                </a:schemeClr>
              </a:solidFill>
            </a:endParaRPr>
          </a:p>
          <a:p>
            <a:pPr marL="229870" lvl="1" indent="-355600">
              <a:lnSpc>
                <a:spcPct val="150000"/>
              </a:lnSpc>
              <a:buNone/>
              <a:defRPr/>
            </a:pPr>
            <a:r>
              <a:rPr lang="en-US" b="1" dirty="0">
                <a:solidFill>
                  <a:schemeClr val="tx2">
                    <a:lumMod val="75000"/>
                  </a:schemeClr>
                </a:solidFill>
                <a:latin typeface="Khmer OS Metal Chrieng" pitchFamily="2" charset="0"/>
                <a:cs typeface="Khmer OS Metal Chrieng" pitchFamily="2" charset="0"/>
              </a:rPr>
              <a:t>5</a:t>
            </a:r>
            <a:r>
              <a:rPr lang="en-US" b="1" dirty="0" smtClean="0">
                <a:solidFill>
                  <a:schemeClr val="tx2">
                    <a:lumMod val="75000"/>
                  </a:schemeClr>
                </a:solidFill>
                <a:latin typeface="Khmer OS Metal Chrieng" pitchFamily="2" charset="0"/>
                <a:cs typeface="Khmer OS Metal Chrieng" pitchFamily="2" charset="0"/>
              </a:rPr>
              <a:t>. </a:t>
            </a:r>
            <a:r>
              <a:rPr lang="en-US" b="1" dirty="0" smtClean="0">
                <a:solidFill>
                  <a:schemeClr val="tx2">
                    <a:lumMod val="75000"/>
                  </a:schemeClr>
                </a:solidFill>
                <a:hlinkClick r:id="rId5" action="ppaction://hlinkfile"/>
              </a:rPr>
              <a:t>GMAC Requested for Wastage Disposal</a:t>
            </a:r>
            <a:endParaRPr lang="en-US" b="1" dirty="0" smtClean="0">
              <a:solidFill>
                <a:schemeClr val="tx2">
                  <a:lumMod val="75000"/>
                </a:schemeClr>
              </a:solidFill>
            </a:endParaRPr>
          </a:p>
          <a:p>
            <a:pPr marL="229870" lvl="1" indent="-355600">
              <a:lnSpc>
                <a:spcPct val="150000"/>
              </a:lnSpc>
              <a:buNone/>
              <a:defRPr/>
            </a:pPr>
            <a:r>
              <a:rPr lang="en-US" b="1" dirty="0">
                <a:solidFill>
                  <a:schemeClr val="tx2">
                    <a:lumMod val="75000"/>
                  </a:schemeClr>
                </a:solidFill>
              </a:rPr>
              <a:t>6</a:t>
            </a:r>
            <a:r>
              <a:rPr lang="en-US" b="1" dirty="0" smtClean="0">
                <a:solidFill>
                  <a:schemeClr val="tx2">
                    <a:lumMod val="75000"/>
                  </a:schemeClr>
                </a:solidFill>
              </a:rPr>
              <a:t>. </a:t>
            </a:r>
            <a:r>
              <a:rPr lang="en-US" b="1" dirty="0" smtClean="0">
                <a:solidFill>
                  <a:schemeClr val="tx2">
                    <a:lumMod val="75000"/>
                  </a:schemeClr>
                </a:solidFill>
                <a:hlinkClick r:id="rId6" action="ppaction://hlinkfile"/>
              </a:rPr>
              <a:t>GDCE Responded to GMAC</a:t>
            </a:r>
            <a:endParaRPr lang="en-US" b="1" dirty="0" smtClean="0">
              <a:solidFill>
                <a:schemeClr val="tx2">
                  <a:lumMod val="75000"/>
                </a:schemeClr>
              </a:solidFill>
            </a:endParaRPr>
          </a:p>
        </p:txBody>
      </p:sp>
    </p:spTree>
    <p:extLst>
      <p:ext uri="{BB962C8B-B14F-4D97-AF65-F5344CB8AC3E}">
        <p14:creationId xmlns:p14="http://schemas.microsoft.com/office/powerpoint/2010/main" val="702829397"/>
      </p:ext>
    </p:extLst>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A2C2F2A2-C04E-4524-9E13-26AC6DEB0749}" type="slidenum">
              <a:rPr lang="en-US" altLang="en-US" smtClean="0"/>
              <a:pPr/>
              <a:t>9</a:t>
            </a:fld>
            <a:endParaRPr lang="en-US" altLang="en-US" dirty="0"/>
          </a:p>
        </p:txBody>
      </p:sp>
      <p:sp>
        <p:nvSpPr>
          <p:cNvPr id="9" name="Rectangle 8"/>
          <p:cNvSpPr/>
          <p:nvPr/>
        </p:nvSpPr>
        <p:spPr>
          <a:xfrm>
            <a:off x="1658679" y="279918"/>
            <a:ext cx="4433777" cy="646331"/>
          </a:xfrm>
          <a:prstGeom prst="rect">
            <a:avLst/>
          </a:prstGeom>
        </p:spPr>
        <p:txBody>
          <a:bodyPr wrap="square">
            <a:spAutoFit/>
          </a:bodyPr>
          <a:lstStyle/>
          <a:p>
            <a:pPr lvl="0"/>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lang="en-US"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Legal </a:t>
            </a:r>
            <a:r>
              <a:rPr lang="en-US" altLang="zh-CN"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Support</a:t>
            </a:r>
            <a:endPar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Content Placeholder 2"/>
          <p:cNvSpPr>
            <a:spLocks noGrp="1"/>
          </p:cNvSpPr>
          <p:nvPr>
            <p:ph idx="1"/>
          </p:nvPr>
        </p:nvSpPr>
        <p:spPr>
          <a:xfrm>
            <a:off x="609600" y="1552352"/>
            <a:ext cx="8229600" cy="5000847"/>
          </a:xfrm>
        </p:spPr>
        <p:txBody>
          <a:bodyPr/>
          <a:lstStyle/>
          <a:p>
            <a:pPr marL="0" indent="0">
              <a:lnSpc>
                <a:spcPct val="150000"/>
              </a:lnSpc>
              <a:buNone/>
            </a:pPr>
            <a:r>
              <a:rPr lang="en-US" altLang="zh-CN" sz="2800" b="1" u="sng" dirty="0" smtClean="0">
                <a:solidFill>
                  <a:schemeClr val="accent1">
                    <a:lumMod val="75000"/>
                  </a:schemeClr>
                </a:solidFill>
                <a:latin typeface="Times New Roman" pitchFamily="18" charset="0"/>
                <a:ea typeface="+mj-ea"/>
                <a:cs typeface="Times New Roman" pitchFamily="18" charset="0"/>
              </a:rPr>
              <a:t>-Voluntary Declare</a:t>
            </a:r>
            <a:r>
              <a:rPr lang="en-US" sz="2800" dirty="0" smtClean="0">
                <a:solidFill>
                  <a:schemeClr val="accent6">
                    <a:lumMod val="50000"/>
                  </a:schemeClr>
                </a:solidFill>
                <a:effectLst>
                  <a:outerShdw blurRad="38100" dist="38100" dir="2700000" algn="tl">
                    <a:srgbClr val="000000">
                      <a:alpha val="43137"/>
                    </a:srgbClr>
                  </a:outerShdw>
                </a:effectLst>
              </a:rPr>
              <a:t/>
            </a:r>
            <a:br>
              <a:rPr lang="en-US" sz="2800" dirty="0" smtClean="0">
                <a:solidFill>
                  <a:schemeClr val="accent6">
                    <a:lumMod val="50000"/>
                  </a:schemeClr>
                </a:solidFill>
                <a:effectLst>
                  <a:outerShdw blurRad="38100" dist="38100" dir="2700000" algn="tl">
                    <a:srgbClr val="000000">
                      <a:alpha val="43137"/>
                    </a:srgbClr>
                  </a:outerShdw>
                </a:effectLst>
              </a:rPr>
            </a:br>
            <a:r>
              <a:rPr lang="en-US" sz="2800" dirty="0" smtClean="0">
                <a:solidFill>
                  <a:schemeClr val="tx2">
                    <a:lumMod val="50000"/>
                  </a:schemeClr>
                </a:solidFill>
              </a:rPr>
              <a:t> A person, importer/exporter or his agent may make a </a:t>
            </a:r>
            <a:r>
              <a:rPr lang="en-US" sz="2800" b="1" u="sng" dirty="0" smtClean="0">
                <a:solidFill>
                  <a:schemeClr val="tx2">
                    <a:lumMod val="50000"/>
                  </a:schemeClr>
                </a:solidFill>
              </a:rPr>
              <a:t>voluntary declaration </a:t>
            </a:r>
            <a:r>
              <a:rPr lang="en-US" sz="2800" dirty="0" smtClean="0">
                <a:solidFill>
                  <a:schemeClr val="tx2">
                    <a:lumMod val="50000"/>
                  </a:schemeClr>
                </a:solidFill>
              </a:rPr>
              <a:t>to Customs of additional duties, taxes or other fees </a:t>
            </a:r>
            <a:r>
              <a:rPr lang="en-US" sz="2800" b="1" u="sng" dirty="0" smtClean="0">
                <a:solidFill>
                  <a:schemeClr val="tx2">
                    <a:lumMod val="50000"/>
                  </a:schemeClr>
                </a:solidFill>
              </a:rPr>
              <a:t>without penalties or fines</a:t>
            </a:r>
            <a:r>
              <a:rPr lang="en-US" sz="2800" b="1" dirty="0" smtClean="0">
                <a:solidFill>
                  <a:schemeClr val="tx2">
                    <a:lumMod val="50000"/>
                  </a:schemeClr>
                </a:solidFill>
              </a:rPr>
              <a:t> </a:t>
            </a:r>
            <a:r>
              <a:rPr lang="en-US" sz="2800" dirty="0" smtClean="0">
                <a:solidFill>
                  <a:schemeClr val="tx2">
                    <a:lumMod val="50000"/>
                  </a:schemeClr>
                </a:solidFill>
              </a:rPr>
              <a:t>if such a declaration is made to Customs </a:t>
            </a:r>
            <a:r>
              <a:rPr lang="en-US" sz="2800" b="1" u="sng" dirty="0" smtClean="0">
                <a:solidFill>
                  <a:schemeClr val="tx2">
                    <a:lumMod val="50000"/>
                  </a:schemeClr>
                </a:solidFill>
              </a:rPr>
              <a:t>within one year </a:t>
            </a:r>
            <a:r>
              <a:rPr lang="en-US" sz="2800" dirty="0" smtClean="0">
                <a:solidFill>
                  <a:schemeClr val="tx2">
                    <a:lumMod val="50000"/>
                  </a:schemeClr>
                </a:solidFill>
              </a:rPr>
              <a:t>of the date of registration of the original customs declaration (See </a:t>
            </a:r>
            <a:r>
              <a:rPr lang="en-US" sz="2800" b="1" u="sng" dirty="0" smtClean="0">
                <a:solidFill>
                  <a:schemeClr val="tx2">
                    <a:lumMod val="50000"/>
                  </a:schemeClr>
                </a:solidFill>
              </a:rPr>
              <a:t>Point C of Article 18  </a:t>
            </a:r>
            <a:r>
              <a:rPr lang="en-US" sz="2800" dirty="0" smtClean="0">
                <a:solidFill>
                  <a:schemeClr val="tx2">
                    <a:lumMod val="50000"/>
                  </a:schemeClr>
                </a:solidFill>
              </a:rPr>
              <a:t>of the Law on Customs).</a:t>
            </a:r>
          </a:p>
        </p:txBody>
      </p:sp>
    </p:spTree>
    <p:extLst>
      <p:ext uri="{BB962C8B-B14F-4D97-AF65-F5344CB8AC3E}">
        <p14:creationId xmlns:p14="http://schemas.microsoft.com/office/powerpoint/2010/main" val="2521714030"/>
      </p:ext>
    </p:extLst>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A2C2F2A2-C04E-4524-9E13-26AC6DEB0749}" type="slidenum">
              <a:rPr lang="en-US" altLang="en-US" smtClean="0"/>
              <a:pPr/>
              <a:t>10</a:t>
            </a:fld>
            <a:endParaRPr lang="en-US" altLang="en-US" dirty="0"/>
          </a:p>
        </p:txBody>
      </p:sp>
      <p:sp>
        <p:nvSpPr>
          <p:cNvPr id="9" name="Rectangle 8"/>
          <p:cNvSpPr/>
          <p:nvPr/>
        </p:nvSpPr>
        <p:spPr>
          <a:xfrm>
            <a:off x="1658679" y="279918"/>
            <a:ext cx="4433777" cy="646331"/>
          </a:xfrm>
          <a:prstGeom prst="rect">
            <a:avLst/>
          </a:prstGeom>
        </p:spPr>
        <p:txBody>
          <a:bodyPr wrap="square">
            <a:spAutoFit/>
          </a:bodyPr>
          <a:lstStyle/>
          <a:p>
            <a:pPr lvl="0"/>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lang="en-US"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Legal </a:t>
            </a:r>
            <a:r>
              <a:rPr lang="en-US" altLang="zh-CN"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Support</a:t>
            </a:r>
            <a:endPar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7" name="Canvas 10934"/>
          <p:cNvGrpSpPr>
            <a:grpSpLocks/>
          </p:cNvGrpSpPr>
          <p:nvPr/>
        </p:nvGrpSpPr>
        <p:grpSpPr bwMode="auto">
          <a:xfrm>
            <a:off x="1466581" y="1548746"/>
            <a:ext cx="6834141" cy="5714756"/>
            <a:chOff x="0" y="0"/>
            <a:chExt cx="44138" cy="59016"/>
          </a:xfrm>
        </p:grpSpPr>
        <p:sp>
          <p:nvSpPr>
            <p:cNvPr id="8" name="AutoShape 31"/>
            <p:cNvSpPr>
              <a:spLocks noChangeAspect="1" noChangeArrowheads="1"/>
            </p:cNvSpPr>
            <p:nvPr/>
          </p:nvSpPr>
          <p:spPr bwMode="auto">
            <a:xfrm>
              <a:off x="0" y="0"/>
              <a:ext cx="44138" cy="59016"/>
            </a:xfrm>
            <a:prstGeom prst="rect">
              <a:avLst/>
            </a:prstGeom>
            <a:noFill/>
          </p:spPr>
          <p:txBody>
            <a:bodyPr vert="horz" wrap="square" lIns="91440" tIns="45720" rIns="91440" bIns="45720" numCol="1" anchor="t" anchorCtr="0" compatLnSpc="1">
              <a:prstTxWarp prst="textNoShape">
                <a:avLst/>
              </a:prstTxWarp>
            </a:bodyPr>
            <a:lstStyle/>
            <a:p>
              <a:endParaRPr lang="en-US" dirty="0">
                <a:solidFill>
                  <a:schemeClr val="tx2">
                    <a:lumMod val="50000"/>
                  </a:schemeClr>
                </a:solidFill>
              </a:endParaRPr>
            </a:p>
          </p:txBody>
        </p:sp>
        <p:sp>
          <p:nvSpPr>
            <p:cNvPr id="10" name="AutoShape 10956"/>
            <p:cNvSpPr>
              <a:spLocks noChangeArrowheads="1"/>
            </p:cNvSpPr>
            <p:nvPr/>
          </p:nvSpPr>
          <p:spPr bwMode="auto">
            <a:xfrm>
              <a:off x="13214" y="41509"/>
              <a:ext cx="8255" cy="2306"/>
            </a:xfrm>
            <a:prstGeom prst="roundRect">
              <a:avLst>
                <a:gd name="adj" fmla="val 16667"/>
              </a:avLst>
            </a:prstGeom>
            <a:solidFill>
              <a:srgbClr val="FFFFFF"/>
            </a:solidFill>
            <a:ln w="9525">
              <a:solidFill>
                <a:srgbClr val="FF0000"/>
              </a:solidFill>
              <a:round/>
              <a:headEnd/>
              <a:tailEnd/>
            </a:ln>
          </p:spPr>
          <p:txBody>
            <a:bodyPr vert="horz" wrap="square" lIns="74295" tIns="8890" rIns="74295" bIns="889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ja-JP" sz="800" b="0" i="0" u="none" strike="noStrike" cap="none" normalizeH="0" baseline="0" dirty="0" smtClean="0">
                <a:ln>
                  <a:noFill/>
                </a:ln>
                <a:solidFill>
                  <a:schemeClr val="tx1"/>
                </a:solidFill>
                <a:effectLst/>
                <a:latin typeface="MS PGothic" pitchFamily="34" charset="-128"/>
                <a:ea typeface="MS PGothic" pitchFamily="34" charset="-128"/>
                <a:cs typeface="DaunPenh"/>
              </a:endParaRPr>
            </a:p>
            <a:p>
              <a:pPr marL="0" marR="0" lvl="0" indent="0" algn="ctr" defTabSz="914400" rtl="0" eaLnBrk="1" fontAlgn="base" latinLnBrk="0" hangingPunct="1">
                <a:lnSpc>
                  <a:spcPct val="100000"/>
                </a:lnSpc>
                <a:spcBef>
                  <a:spcPct val="0"/>
                </a:spcBef>
                <a:spcAft>
                  <a:spcPct val="0"/>
                </a:spcAft>
                <a:buClrTx/>
                <a:buSzTx/>
                <a:buFontTx/>
                <a:buNone/>
                <a:tabLst/>
              </a:pPr>
              <a:endParaRPr lang="en-US" altLang="ja-JP" sz="800" dirty="0" smtClean="0">
                <a:latin typeface="MS PGothic" pitchFamily="34" charset="-128"/>
                <a:ea typeface="MS PGothic" pitchFamily="34" charset="-128"/>
                <a:cs typeface="DaunPenh"/>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ja-JP" sz="1100" b="0" i="0" u="none" strike="noStrike" cap="none" normalizeH="0" baseline="0" dirty="0" smtClean="0">
                  <a:ln>
                    <a:noFill/>
                  </a:ln>
                  <a:solidFill>
                    <a:schemeClr val="tx1"/>
                  </a:solidFill>
                  <a:effectLst/>
                  <a:latin typeface="MS PGothic" pitchFamily="34" charset="-128"/>
                  <a:ea typeface="MS PGothic" pitchFamily="34" charset="-128"/>
                  <a:cs typeface="DaunPenh"/>
                </a:rPr>
                <a:t>Satisfaction</a:t>
              </a:r>
              <a:endParaRPr kumimoji="0" lang="en-US" altLang="ja-JP" sz="105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ja-JP"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1" name="AutoShape 10958"/>
            <p:cNvSpPr>
              <a:spLocks noChangeArrowheads="1"/>
            </p:cNvSpPr>
            <p:nvPr/>
          </p:nvSpPr>
          <p:spPr bwMode="auto">
            <a:xfrm>
              <a:off x="13214" y="25355"/>
              <a:ext cx="8255" cy="2305"/>
            </a:xfrm>
            <a:prstGeom prst="roundRect">
              <a:avLst>
                <a:gd name="adj" fmla="val 16667"/>
              </a:avLst>
            </a:prstGeom>
            <a:solidFill>
              <a:srgbClr val="FFFFFF"/>
            </a:solidFill>
            <a:ln w="9525">
              <a:solidFill>
                <a:srgbClr val="FF0000"/>
              </a:solidFill>
              <a:round/>
              <a:headEnd/>
              <a:tailEnd/>
            </a:ln>
          </p:spPr>
          <p:txBody>
            <a:bodyPr vert="horz" wrap="square" lIns="74295" tIns="8890" rIns="74295" bIns="889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ja-JP" sz="800" b="0" i="0" u="none" strike="noStrike" cap="none" normalizeH="0" baseline="0" dirty="0" smtClean="0">
                <a:ln>
                  <a:noFill/>
                </a:ln>
                <a:solidFill>
                  <a:schemeClr val="tx1"/>
                </a:solidFill>
                <a:effectLst/>
                <a:latin typeface="MS PGothic" pitchFamily="34" charset="-128"/>
                <a:ea typeface="MS PGothic" pitchFamily="34" charset="-128"/>
                <a:cs typeface="DaunPenh"/>
              </a:endParaRPr>
            </a:p>
            <a:p>
              <a:pPr marL="0" marR="0" lvl="0" indent="0" algn="ctr" defTabSz="914400" rtl="0" eaLnBrk="1" fontAlgn="base" latinLnBrk="0" hangingPunct="1">
                <a:lnSpc>
                  <a:spcPct val="100000"/>
                </a:lnSpc>
                <a:spcBef>
                  <a:spcPct val="0"/>
                </a:spcBef>
                <a:spcAft>
                  <a:spcPct val="0"/>
                </a:spcAft>
                <a:buClrTx/>
                <a:buSzTx/>
                <a:buFontTx/>
                <a:buNone/>
                <a:tabLst/>
              </a:pPr>
              <a:endParaRPr lang="en-US" altLang="ja-JP" sz="800" dirty="0" smtClean="0">
                <a:latin typeface="MS PGothic" pitchFamily="34" charset="-128"/>
                <a:ea typeface="MS PGothic" pitchFamily="34" charset="-128"/>
                <a:cs typeface="DaunPenh"/>
              </a:endParaRPr>
            </a:p>
            <a:p>
              <a:pPr marL="0" marR="0" lvl="0" indent="0" algn="ctr" defTabSz="914400" rtl="0" eaLnBrk="1" fontAlgn="base" latinLnBrk="0" hangingPunct="1">
                <a:lnSpc>
                  <a:spcPct val="100000"/>
                </a:lnSpc>
                <a:spcBef>
                  <a:spcPct val="0"/>
                </a:spcBef>
                <a:spcAft>
                  <a:spcPct val="0"/>
                </a:spcAft>
                <a:buClrTx/>
                <a:buSzTx/>
                <a:buFontTx/>
                <a:buNone/>
                <a:tabLst/>
              </a:pPr>
              <a:r>
                <a:rPr lang="en-US" altLang="ja-JP" sz="1100" dirty="0" smtClean="0">
                  <a:latin typeface="MS PGothic" pitchFamily="34" charset="-128"/>
                  <a:ea typeface="MS PGothic" pitchFamily="34" charset="-128"/>
                  <a:cs typeface="DaunPenh"/>
                </a:rPr>
                <a:t>S</a:t>
              </a:r>
              <a:r>
                <a:rPr kumimoji="0" lang="en-US" altLang="ja-JP" sz="1100" b="0" i="0" u="none" strike="noStrike" cap="none" normalizeH="0" baseline="0" dirty="0" smtClean="0">
                  <a:ln>
                    <a:noFill/>
                  </a:ln>
                  <a:solidFill>
                    <a:schemeClr val="tx1"/>
                  </a:solidFill>
                  <a:effectLst/>
                  <a:latin typeface="MS PGothic" pitchFamily="34" charset="-128"/>
                  <a:ea typeface="MS PGothic" pitchFamily="34" charset="-128"/>
                  <a:cs typeface="DaunPenh"/>
                </a:rPr>
                <a:t>atisfaction</a:t>
              </a:r>
              <a:endParaRPr kumimoji="0" lang="en-US" altLang="ja-JP" sz="105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ja-JP"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2" name="AutoShape 10960"/>
            <p:cNvSpPr>
              <a:spLocks noChangeArrowheads="1"/>
            </p:cNvSpPr>
            <p:nvPr/>
          </p:nvSpPr>
          <p:spPr bwMode="auto">
            <a:xfrm>
              <a:off x="13290" y="8763"/>
              <a:ext cx="8255" cy="2305"/>
            </a:xfrm>
            <a:prstGeom prst="roundRect">
              <a:avLst>
                <a:gd name="adj" fmla="val 16667"/>
              </a:avLst>
            </a:prstGeom>
            <a:solidFill>
              <a:srgbClr val="FFFFFF"/>
            </a:solidFill>
            <a:ln w="9525">
              <a:solidFill>
                <a:srgbClr val="FF0000"/>
              </a:solidFill>
              <a:round/>
              <a:headEnd/>
              <a:tailEnd/>
            </a:ln>
          </p:spPr>
          <p:txBody>
            <a:bodyPr vert="horz" wrap="square" lIns="74295" tIns="8890" rIns="74295" bIns="889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ja-JP" sz="1100" b="0" i="0" u="none" strike="noStrike" cap="none" normalizeH="0" baseline="0" dirty="0" smtClean="0">
                  <a:ln>
                    <a:noFill/>
                  </a:ln>
                  <a:solidFill>
                    <a:schemeClr val="tx1"/>
                  </a:solidFill>
                  <a:effectLst/>
                  <a:latin typeface="MS PGothic" pitchFamily="34" charset="-128"/>
                  <a:ea typeface="MS PGothic" pitchFamily="34" charset="-128"/>
                  <a:cs typeface="DaunPenh"/>
                </a:rPr>
                <a:t>Satisfaction</a:t>
              </a:r>
              <a:endParaRPr kumimoji="0" lang="en-US" altLang="ja-JP" sz="3200" b="0" i="0" u="none" strike="noStrike" cap="none" normalizeH="0" baseline="0" dirty="0" smtClean="0">
                <a:ln>
                  <a:noFill/>
                </a:ln>
                <a:solidFill>
                  <a:schemeClr val="tx1"/>
                </a:solidFill>
                <a:effectLst/>
                <a:latin typeface="Arial" pitchFamily="34" charset="0"/>
                <a:cs typeface="Arial" pitchFamily="34" charset="0"/>
              </a:endParaRPr>
            </a:p>
          </p:txBody>
        </p:sp>
        <p:sp>
          <p:nvSpPr>
            <p:cNvPr id="13" name="AutoShape 11017"/>
            <p:cNvSpPr>
              <a:spLocks noChangeArrowheads="1"/>
            </p:cNvSpPr>
            <p:nvPr/>
          </p:nvSpPr>
          <p:spPr bwMode="auto">
            <a:xfrm>
              <a:off x="20624" y="13138"/>
              <a:ext cx="15583" cy="3930"/>
            </a:xfrm>
            <a:prstGeom prst="roundRect">
              <a:avLst>
                <a:gd name="adj" fmla="val 16667"/>
              </a:avLst>
            </a:prstGeom>
            <a:solidFill>
              <a:srgbClr val="FFC000"/>
            </a:solidFill>
            <a:ln w="9525">
              <a:solidFill>
                <a:srgbClr val="000000"/>
              </a:solidFill>
              <a:round/>
              <a:headEnd/>
              <a:tailEnd/>
            </a:ln>
          </p:spPr>
          <p:txBody>
            <a:bodyPr vert="horz" wrap="square" lIns="74295" tIns="8890" rIns="74295" bIns="889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ja-JP" sz="1100" b="1" i="0" u="none" strike="noStrike" cap="none" normalizeH="0" baseline="0" dirty="0" smtClean="0">
                  <a:ln>
                    <a:noFill/>
                  </a:ln>
                  <a:solidFill>
                    <a:schemeClr val="tx1"/>
                  </a:solidFill>
                  <a:effectLst/>
                  <a:latin typeface="MS PGothic" pitchFamily="34" charset="-128"/>
                  <a:ea typeface="MS PGothic" pitchFamily="34" charset="-128"/>
                  <a:cs typeface="DaunPenh"/>
                </a:rPr>
                <a:t>1. Appeal to DG in Writing</a:t>
              </a:r>
              <a:endParaRPr kumimoji="0" lang="en-US" altLang="ja-JP" sz="105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ja-JP" sz="1100" b="1" i="0" u="none" strike="noStrike" cap="none" normalizeH="0" baseline="0" dirty="0" smtClean="0">
                  <a:ln>
                    <a:noFill/>
                  </a:ln>
                  <a:solidFill>
                    <a:schemeClr val="tx1"/>
                  </a:solidFill>
                  <a:effectLst/>
                  <a:latin typeface="MS PGothic" pitchFamily="34" charset="-128"/>
                  <a:ea typeface="MS PGothic" pitchFamily="34" charset="-128"/>
                  <a:cs typeface="DaunPenh"/>
                </a:rPr>
                <a:t>(Within 30 days)</a:t>
              </a:r>
              <a:endParaRPr kumimoji="0" lang="en-US" altLang="ja-JP" sz="3200" b="0" i="0" u="none" strike="noStrike" cap="none" normalizeH="0" baseline="0" dirty="0" smtClean="0">
                <a:ln>
                  <a:noFill/>
                </a:ln>
                <a:solidFill>
                  <a:schemeClr val="tx1"/>
                </a:solidFill>
                <a:effectLst/>
                <a:latin typeface="Arial" pitchFamily="34" charset="0"/>
                <a:cs typeface="Arial" pitchFamily="34" charset="0"/>
              </a:endParaRPr>
            </a:p>
          </p:txBody>
        </p:sp>
        <p:sp>
          <p:nvSpPr>
            <p:cNvPr id="14" name="AutoShape 11018"/>
            <p:cNvSpPr>
              <a:spLocks noChangeArrowheads="1"/>
            </p:cNvSpPr>
            <p:nvPr/>
          </p:nvSpPr>
          <p:spPr bwMode="auto">
            <a:xfrm>
              <a:off x="20167" y="3479"/>
              <a:ext cx="16523" cy="2655"/>
            </a:xfrm>
            <a:prstGeom prst="roundRect">
              <a:avLst>
                <a:gd name="adj" fmla="val 16667"/>
              </a:avLst>
            </a:prstGeom>
            <a:solidFill>
              <a:srgbClr val="FFFFFF"/>
            </a:solidFill>
            <a:ln w="9525">
              <a:solidFill>
                <a:srgbClr val="000000"/>
              </a:solidFill>
              <a:round/>
              <a:headEnd/>
              <a:tailEnd/>
            </a:ln>
          </p:spPr>
          <p:txBody>
            <a:bodyPr vert="horz" wrap="square" lIns="74295" tIns="8890" rIns="74295" bIns="889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ja-JP" sz="1050" b="0" i="0" u="none" strike="noStrike" cap="none" normalizeH="0" baseline="0" dirty="0" smtClean="0">
                  <a:ln>
                    <a:noFill/>
                  </a:ln>
                  <a:solidFill>
                    <a:schemeClr val="tx1"/>
                  </a:solidFill>
                  <a:effectLst/>
                  <a:latin typeface="MS PGothic" pitchFamily="34" charset="-128"/>
                  <a:ea typeface="MS PGothic" pitchFamily="34" charset="-128"/>
                  <a:cs typeface="DaunPenh"/>
                </a:rPr>
                <a:t>Notice of Re-Determination by DG</a:t>
              </a:r>
              <a:endParaRPr kumimoji="0" lang="en-US" altLang="ja-JP" sz="2800" b="0" i="0" u="none" strike="noStrike" cap="none" normalizeH="0" baseline="0" dirty="0" smtClean="0">
                <a:ln>
                  <a:noFill/>
                </a:ln>
                <a:solidFill>
                  <a:schemeClr val="tx1"/>
                </a:solidFill>
                <a:effectLst/>
                <a:latin typeface="Arial" pitchFamily="34" charset="0"/>
                <a:cs typeface="Arial" pitchFamily="34" charset="0"/>
              </a:endParaRPr>
            </a:p>
          </p:txBody>
        </p:sp>
        <p:sp>
          <p:nvSpPr>
            <p:cNvPr id="15" name="AutoShape 11019"/>
            <p:cNvSpPr>
              <a:spLocks noChangeArrowheads="1"/>
            </p:cNvSpPr>
            <p:nvPr/>
          </p:nvSpPr>
          <p:spPr bwMode="auto">
            <a:xfrm>
              <a:off x="20624" y="18999"/>
              <a:ext cx="15583" cy="3930"/>
            </a:xfrm>
            <a:prstGeom prst="roundRect">
              <a:avLst>
                <a:gd name="adj" fmla="val 16667"/>
              </a:avLst>
            </a:prstGeom>
            <a:solidFill>
              <a:srgbClr val="FFFFFF"/>
            </a:solidFill>
            <a:ln w="9525">
              <a:solidFill>
                <a:srgbClr val="000000"/>
              </a:solidFill>
              <a:round/>
              <a:headEnd/>
              <a:tailEnd/>
            </a:ln>
          </p:spPr>
          <p:txBody>
            <a:bodyPr vert="horz" wrap="square" lIns="74295" tIns="8890" rIns="74295" bIns="889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ja-JP" sz="1100" b="0" i="0" u="none" strike="noStrike" cap="none" normalizeH="0" baseline="0" dirty="0" smtClean="0">
                  <a:ln>
                    <a:noFill/>
                  </a:ln>
                  <a:solidFill>
                    <a:schemeClr val="tx1"/>
                  </a:solidFill>
                  <a:effectLst/>
                  <a:latin typeface="MS PGothic" pitchFamily="34" charset="-128"/>
                  <a:ea typeface="MS PGothic" pitchFamily="34" charset="-128"/>
                  <a:cs typeface="DaunPenh"/>
                </a:rPr>
                <a:t>Decision by DG</a:t>
              </a:r>
              <a:endParaRPr kumimoji="0" lang="en-US" altLang="ja-JP" sz="105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ja-JP" sz="1100" b="0" i="0" u="none" strike="noStrike" cap="none" normalizeH="0" baseline="0" dirty="0" smtClean="0">
                  <a:ln>
                    <a:noFill/>
                  </a:ln>
                  <a:solidFill>
                    <a:schemeClr val="tx1"/>
                  </a:solidFill>
                  <a:effectLst/>
                  <a:latin typeface="MS PGothic" pitchFamily="34" charset="-128"/>
                  <a:ea typeface="MS PGothic" pitchFamily="34" charset="-128"/>
                  <a:cs typeface="DaunPenh"/>
                </a:rPr>
                <a:t>(Within 60days)</a:t>
              </a:r>
              <a:endParaRPr kumimoji="0" lang="en-US" altLang="ja-JP" sz="3200" b="0" i="0" u="none" strike="noStrike" cap="none" normalizeH="0" baseline="0" dirty="0" smtClean="0">
                <a:ln>
                  <a:noFill/>
                </a:ln>
                <a:solidFill>
                  <a:schemeClr val="tx1"/>
                </a:solidFill>
                <a:effectLst/>
                <a:latin typeface="Arial" pitchFamily="34" charset="0"/>
                <a:cs typeface="Arial" pitchFamily="34" charset="0"/>
              </a:endParaRPr>
            </a:p>
          </p:txBody>
        </p:sp>
        <p:sp>
          <p:nvSpPr>
            <p:cNvPr id="16" name="AutoShape 11020"/>
            <p:cNvSpPr>
              <a:spLocks noChangeArrowheads="1"/>
            </p:cNvSpPr>
            <p:nvPr/>
          </p:nvSpPr>
          <p:spPr bwMode="auto">
            <a:xfrm>
              <a:off x="20516" y="30689"/>
              <a:ext cx="15583" cy="2654"/>
            </a:xfrm>
            <a:prstGeom prst="roundRect">
              <a:avLst>
                <a:gd name="adj" fmla="val 16667"/>
              </a:avLst>
            </a:prstGeom>
            <a:solidFill>
              <a:srgbClr val="FFC000"/>
            </a:solidFill>
            <a:ln w="9525">
              <a:solidFill>
                <a:srgbClr val="000000"/>
              </a:solidFill>
              <a:round/>
              <a:headEnd/>
              <a:tailEnd/>
            </a:ln>
          </p:spPr>
          <p:txBody>
            <a:bodyPr vert="horz" wrap="square" lIns="74295" tIns="8890" rIns="74295" bIns="889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ja-JP" sz="1100" b="1" i="0" u="none" strike="noStrike" cap="none" normalizeH="0" baseline="0" dirty="0" smtClean="0">
                  <a:ln>
                    <a:noFill/>
                  </a:ln>
                  <a:solidFill>
                    <a:schemeClr val="tx1"/>
                  </a:solidFill>
                  <a:effectLst/>
                  <a:latin typeface="MS PGothic" pitchFamily="34" charset="-128"/>
                  <a:ea typeface="MS PGothic" pitchFamily="34" charset="-128"/>
                  <a:cs typeface="DaunPenh"/>
                </a:rPr>
                <a:t>2. Appeal to the CTC in Writing</a:t>
              </a:r>
              <a:endParaRPr kumimoji="0" lang="en-US" altLang="ja-JP" sz="3200" b="0" i="0" u="none" strike="noStrike" cap="none" normalizeH="0" baseline="0" dirty="0" smtClean="0">
                <a:ln>
                  <a:noFill/>
                </a:ln>
                <a:solidFill>
                  <a:schemeClr val="tx1"/>
                </a:solidFill>
                <a:effectLst/>
                <a:latin typeface="Arial" pitchFamily="34" charset="0"/>
                <a:cs typeface="Arial" pitchFamily="34" charset="0"/>
              </a:endParaRPr>
            </a:p>
          </p:txBody>
        </p:sp>
        <p:sp>
          <p:nvSpPr>
            <p:cNvPr id="17" name="AutoShape 11021"/>
            <p:cNvSpPr>
              <a:spLocks noChangeArrowheads="1"/>
            </p:cNvSpPr>
            <p:nvPr/>
          </p:nvSpPr>
          <p:spPr bwMode="auto">
            <a:xfrm>
              <a:off x="20485" y="35293"/>
              <a:ext cx="15583" cy="2648"/>
            </a:xfrm>
            <a:prstGeom prst="roundRect">
              <a:avLst>
                <a:gd name="adj" fmla="val 16667"/>
              </a:avLst>
            </a:prstGeom>
            <a:solidFill>
              <a:srgbClr val="FFFFFF"/>
            </a:solidFill>
            <a:ln w="9525">
              <a:solidFill>
                <a:srgbClr val="000000"/>
              </a:solidFill>
              <a:round/>
              <a:headEnd/>
              <a:tailEnd/>
            </a:ln>
          </p:spPr>
          <p:txBody>
            <a:bodyPr vert="horz" wrap="square" lIns="74295" tIns="8890" rIns="74295" bIns="889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ja-JP" sz="1100" b="0" i="0" u="none" strike="noStrike" cap="none" normalizeH="0" baseline="0" dirty="0" smtClean="0">
                  <a:ln>
                    <a:noFill/>
                  </a:ln>
                  <a:solidFill>
                    <a:schemeClr val="tx1"/>
                  </a:solidFill>
                  <a:effectLst/>
                  <a:latin typeface="MS PGothic" pitchFamily="34" charset="-128"/>
                  <a:ea typeface="MS PGothic" pitchFamily="34" charset="-128"/>
                  <a:cs typeface="DaunPenh"/>
                </a:rPr>
                <a:t>Decision by the CTC</a:t>
              </a:r>
              <a:endParaRPr kumimoji="0" lang="en-US" altLang="ja-JP" sz="3200" b="0" i="0" u="none" strike="noStrike" cap="none" normalizeH="0" baseline="0" dirty="0" smtClean="0">
                <a:ln>
                  <a:noFill/>
                </a:ln>
                <a:solidFill>
                  <a:schemeClr val="tx1"/>
                </a:solidFill>
                <a:effectLst/>
                <a:latin typeface="Arial" pitchFamily="34" charset="0"/>
                <a:cs typeface="Arial" pitchFamily="34" charset="0"/>
              </a:endParaRPr>
            </a:p>
          </p:txBody>
        </p:sp>
        <p:sp>
          <p:nvSpPr>
            <p:cNvPr id="18" name="AutoShape 11023"/>
            <p:cNvSpPr>
              <a:spLocks noChangeArrowheads="1"/>
            </p:cNvSpPr>
            <p:nvPr/>
          </p:nvSpPr>
          <p:spPr bwMode="auto">
            <a:xfrm>
              <a:off x="20516" y="46126"/>
              <a:ext cx="15583" cy="4312"/>
            </a:xfrm>
            <a:prstGeom prst="roundRect">
              <a:avLst>
                <a:gd name="adj" fmla="val 16667"/>
              </a:avLst>
            </a:prstGeom>
            <a:solidFill>
              <a:srgbClr val="FFC000"/>
            </a:solidFill>
            <a:ln w="9525">
              <a:solidFill>
                <a:srgbClr val="000000"/>
              </a:solidFill>
              <a:round/>
              <a:headEnd/>
              <a:tailEnd/>
            </a:ln>
          </p:spPr>
          <p:txBody>
            <a:bodyPr vert="horz" wrap="square" lIns="74295" tIns="8890" rIns="74295" bIns="889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ja-JP" sz="1100" b="1" i="0" u="none" strike="noStrike" cap="none" normalizeH="0" baseline="0" dirty="0" smtClean="0">
                  <a:ln>
                    <a:noFill/>
                  </a:ln>
                  <a:solidFill>
                    <a:schemeClr val="tx1"/>
                  </a:solidFill>
                  <a:effectLst/>
                  <a:latin typeface="MS PGothic" pitchFamily="34" charset="-128"/>
                  <a:ea typeface="MS PGothic" pitchFamily="34" charset="-128"/>
                  <a:cs typeface="DaunPenh"/>
                </a:rPr>
                <a:t>3. Appeal to a court</a:t>
              </a:r>
              <a:endParaRPr kumimoji="0" lang="en-US" altLang="ja-JP" sz="105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ja-JP" sz="1100" b="1" i="0" u="none" strike="noStrike" cap="none" normalizeH="0" baseline="0" dirty="0" smtClean="0">
                  <a:ln>
                    <a:noFill/>
                  </a:ln>
                  <a:solidFill>
                    <a:schemeClr val="tx1"/>
                  </a:solidFill>
                  <a:effectLst/>
                  <a:latin typeface="MS PGothic" pitchFamily="34" charset="-128"/>
                  <a:ea typeface="MS PGothic" pitchFamily="34" charset="-128"/>
                  <a:cs typeface="DaunPenh"/>
                </a:rPr>
                <a:t>(Within 30 days)</a:t>
              </a:r>
              <a:endParaRPr kumimoji="0" lang="en-US" altLang="ja-JP" sz="3200" b="0" i="0" u="none" strike="noStrike" cap="none" normalizeH="0" baseline="0" dirty="0" smtClean="0">
                <a:ln>
                  <a:noFill/>
                </a:ln>
                <a:solidFill>
                  <a:schemeClr val="tx1"/>
                </a:solidFill>
                <a:effectLst/>
                <a:latin typeface="Arial" pitchFamily="34" charset="0"/>
                <a:cs typeface="Arial" pitchFamily="34" charset="0"/>
              </a:endParaRPr>
            </a:p>
          </p:txBody>
        </p:sp>
        <p:sp>
          <p:nvSpPr>
            <p:cNvPr id="19" name="AutoShape 11025"/>
            <p:cNvSpPr>
              <a:spLocks noChangeArrowheads="1"/>
            </p:cNvSpPr>
            <p:nvPr/>
          </p:nvSpPr>
          <p:spPr bwMode="auto">
            <a:xfrm>
              <a:off x="34626" y="41509"/>
              <a:ext cx="8255" cy="2306"/>
            </a:xfrm>
            <a:prstGeom prst="roundRect">
              <a:avLst>
                <a:gd name="adj" fmla="val 16667"/>
              </a:avLst>
            </a:prstGeom>
            <a:solidFill>
              <a:srgbClr val="FFFFFF"/>
            </a:solidFill>
            <a:ln w="9525">
              <a:solidFill>
                <a:srgbClr val="FF0000"/>
              </a:solidFill>
              <a:round/>
              <a:headEnd/>
              <a:tailEnd/>
            </a:ln>
          </p:spPr>
          <p:txBody>
            <a:bodyPr vert="horz" wrap="square" lIns="74295" tIns="8890" rIns="74295" bIns="889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ja-JP" sz="800" b="0" i="0" u="none" strike="noStrike" cap="none" normalizeH="0" baseline="0" dirty="0" smtClean="0">
                <a:ln>
                  <a:noFill/>
                </a:ln>
                <a:solidFill>
                  <a:schemeClr val="tx1"/>
                </a:solidFill>
                <a:effectLst/>
                <a:latin typeface="MS PGothic" pitchFamily="34" charset="-128"/>
                <a:ea typeface="MS PGothic" pitchFamily="34" charset="-128"/>
                <a:cs typeface="DaunPenh"/>
              </a:endParaRPr>
            </a:p>
            <a:p>
              <a:pPr marL="0" marR="0" lvl="0" indent="0" algn="ctr" defTabSz="914400" rtl="0" eaLnBrk="1" fontAlgn="base" latinLnBrk="0" hangingPunct="1">
                <a:lnSpc>
                  <a:spcPct val="100000"/>
                </a:lnSpc>
                <a:spcBef>
                  <a:spcPct val="0"/>
                </a:spcBef>
                <a:spcAft>
                  <a:spcPct val="0"/>
                </a:spcAft>
                <a:buClrTx/>
                <a:buSzTx/>
                <a:buFontTx/>
                <a:buNone/>
                <a:tabLst/>
              </a:pPr>
              <a:endParaRPr lang="en-US" altLang="ja-JP" sz="800" dirty="0" smtClean="0">
                <a:latin typeface="MS PGothic" pitchFamily="34" charset="-128"/>
                <a:ea typeface="MS PGothic" pitchFamily="34" charset="-128"/>
                <a:cs typeface="DaunPenh"/>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ja-JP" sz="1050" b="0" i="0" u="none" strike="noStrike" cap="none" normalizeH="0" baseline="0" dirty="0" smtClean="0">
                  <a:ln>
                    <a:noFill/>
                  </a:ln>
                  <a:solidFill>
                    <a:schemeClr val="tx1"/>
                  </a:solidFill>
                  <a:effectLst/>
                  <a:latin typeface="MS PGothic" pitchFamily="34" charset="-128"/>
                  <a:ea typeface="MS PGothic" pitchFamily="34" charset="-128"/>
                  <a:cs typeface="DaunPenh"/>
                </a:rPr>
                <a:t>Dissatisfaction</a:t>
              </a:r>
              <a:endParaRPr kumimoji="0" lang="en-US" altLang="ja-JP" sz="1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ja-JP"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0" name="AutoShape 11027"/>
            <p:cNvSpPr>
              <a:spLocks noChangeArrowheads="1"/>
            </p:cNvSpPr>
            <p:nvPr/>
          </p:nvSpPr>
          <p:spPr bwMode="auto">
            <a:xfrm>
              <a:off x="34626" y="25355"/>
              <a:ext cx="8255" cy="2305"/>
            </a:xfrm>
            <a:prstGeom prst="roundRect">
              <a:avLst>
                <a:gd name="adj" fmla="val 16667"/>
              </a:avLst>
            </a:prstGeom>
            <a:solidFill>
              <a:srgbClr val="FFFFFF"/>
            </a:solidFill>
            <a:ln w="9525">
              <a:solidFill>
                <a:srgbClr val="FF0000"/>
              </a:solidFill>
              <a:round/>
              <a:headEnd/>
              <a:tailEnd/>
            </a:ln>
          </p:spPr>
          <p:txBody>
            <a:bodyPr vert="horz" wrap="square" lIns="74295" tIns="8890" rIns="74295" bIns="889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ja-JP" sz="800" b="0" i="0" u="none" strike="noStrike" cap="none" normalizeH="0" baseline="0" dirty="0" smtClean="0">
                <a:ln>
                  <a:noFill/>
                </a:ln>
                <a:solidFill>
                  <a:schemeClr val="tx1"/>
                </a:solidFill>
                <a:effectLst/>
                <a:latin typeface="MS PGothic" pitchFamily="34" charset="-128"/>
                <a:ea typeface="MS PGothic" pitchFamily="34" charset="-128"/>
                <a:cs typeface="DaunPenh"/>
              </a:endParaRPr>
            </a:p>
            <a:p>
              <a:pPr marL="0" marR="0" lvl="0" indent="0" algn="ctr" defTabSz="914400" rtl="0" eaLnBrk="1" fontAlgn="base" latinLnBrk="0" hangingPunct="1">
                <a:lnSpc>
                  <a:spcPct val="100000"/>
                </a:lnSpc>
                <a:spcBef>
                  <a:spcPct val="0"/>
                </a:spcBef>
                <a:spcAft>
                  <a:spcPct val="0"/>
                </a:spcAft>
                <a:buClrTx/>
                <a:buSzTx/>
                <a:buFontTx/>
                <a:buNone/>
                <a:tabLst/>
              </a:pPr>
              <a:endParaRPr lang="en-US" altLang="ja-JP" sz="800" dirty="0" smtClean="0">
                <a:latin typeface="MS PGothic" pitchFamily="34" charset="-128"/>
                <a:ea typeface="MS PGothic" pitchFamily="34" charset="-128"/>
                <a:cs typeface="DaunPenh"/>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ja-JP" sz="1050" b="0" i="0" u="none" strike="noStrike" cap="none" normalizeH="0" baseline="0" dirty="0" smtClean="0">
                  <a:ln>
                    <a:noFill/>
                  </a:ln>
                  <a:solidFill>
                    <a:schemeClr val="tx1"/>
                  </a:solidFill>
                  <a:effectLst/>
                  <a:latin typeface="MS PGothic" pitchFamily="34" charset="-128"/>
                  <a:ea typeface="MS PGothic" pitchFamily="34" charset="-128"/>
                  <a:cs typeface="DaunPenh"/>
                </a:rPr>
                <a:t>Dissatisfaction</a:t>
              </a:r>
              <a:endParaRPr kumimoji="0" lang="en-US" altLang="ja-JP" sz="1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ja-JP"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1" name="AutoShape 11029"/>
            <p:cNvSpPr>
              <a:spLocks noChangeArrowheads="1"/>
            </p:cNvSpPr>
            <p:nvPr/>
          </p:nvSpPr>
          <p:spPr bwMode="auto">
            <a:xfrm>
              <a:off x="34702" y="8763"/>
              <a:ext cx="8255" cy="2305"/>
            </a:xfrm>
            <a:prstGeom prst="roundRect">
              <a:avLst>
                <a:gd name="adj" fmla="val 16667"/>
              </a:avLst>
            </a:prstGeom>
            <a:solidFill>
              <a:srgbClr val="FFFFFF"/>
            </a:solidFill>
            <a:ln w="9525">
              <a:solidFill>
                <a:srgbClr val="FF0000"/>
              </a:solidFill>
              <a:round/>
              <a:headEnd/>
              <a:tailEnd/>
            </a:ln>
          </p:spPr>
          <p:txBody>
            <a:bodyPr vert="horz" wrap="square" lIns="74295" tIns="8890" rIns="74295" bIns="889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ja-JP" sz="1050" b="0" i="0" u="none" strike="noStrike" cap="none" normalizeH="0" baseline="0" dirty="0" smtClean="0">
                  <a:ln>
                    <a:noFill/>
                  </a:ln>
                  <a:solidFill>
                    <a:schemeClr val="tx1"/>
                  </a:solidFill>
                  <a:effectLst/>
                  <a:latin typeface="MS PGothic" pitchFamily="34" charset="-128"/>
                  <a:ea typeface="MS PGothic" pitchFamily="34" charset="-128"/>
                  <a:cs typeface="DaunPenh"/>
                </a:rPr>
                <a:t>Dissatisfaction</a:t>
              </a:r>
              <a:endParaRPr kumimoji="0" lang="en-US" altLang="ja-JP" sz="2800" b="0" i="0" u="none" strike="noStrike" cap="none" normalizeH="0" baseline="0" dirty="0" smtClean="0">
                <a:ln>
                  <a:noFill/>
                </a:ln>
                <a:solidFill>
                  <a:schemeClr val="tx1"/>
                </a:solidFill>
                <a:effectLst/>
                <a:latin typeface="Arial" pitchFamily="34" charset="0"/>
                <a:cs typeface="Arial" pitchFamily="34" charset="0"/>
              </a:endParaRPr>
            </a:p>
          </p:txBody>
        </p:sp>
        <p:sp>
          <p:nvSpPr>
            <p:cNvPr id="22" name="AutoShape 11030"/>
            <p:cNvSpPr>
              <a:spLocks noChangeShapeType="1"/>
            </p:cNvSpPr>
            <p:nvPr/>
          </p:nvSpPr>
          <p:spPr bwMode="auto">
            <a:xfrm rot="5400000">
              <a:off x="21608" y="1944"/>
              <a:ext cx="2629" cy="11010"/>
            </a:xfrm>
            <a:prstGeom prst="bentConnector3">
              <a:avLst>
                <a:gd name="adj1" fmla="val 50000"/>
              </a:avLst>
            </a:prstGeom>
            <a:noFill/>
            <a:ln w="15875">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23" name="AutoShape 11031"/>
            <p:cNvSpPr>
              <a:spLocks noChangeShapeType="1"/>
            </p:cNvSpPr>
            <p:nvPr/>
          </p:nvSpPr>
          <p:spPr bwMode="auto">
            <a:xfrm rot="16200000" flipH="1">
              <a:off x="32314" y="2248"/>
              <a:ext cx="2629" cy="10402"/>
            </a:xfrm>
            <a:prstGeom prst="bentConnector3">
              <a:avLst>
                <a:gd name="adj1" fmla="val 50000"/>
              </a:avLst>
            </a:prstGeom>
            <a:noFill/>
            <a:ln w="15875">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24" name="AutoShape 11032"/>
            <p:cNvSpPr>
              <a:spLocks noChangeShapeType="1"/>
            </p:cNvSpPr>
            <p:nvPr/>
          </p:nvSpPr>
          <p:spPr bwMode="auto">
            <a:xfrm rot="5400000">
              <a:off x="32588" y="6896"/>
              <a:ext cx="2070" cy="10414"/>
            </a:xfrm>
            <a:prstGeom prst="bentConnector3">
              <a:avLst>
                <a:gd name="adj1" fmla="val 49694"/>
              </a:avLst>
            </a:prstGeom>
            <a:noFill/>
            <a:ln w="15875">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25" name="AutoShape 11033"/>
            <p:cNvSpPr>
              <a:spLocks noChangeShapeType="1"/>
            </p:cNvSpPr>
            <p:nvPr/>
          </p:nvSpPr>
          <p:spPr bwMode="auto">
            <a:xfrm rot="5400000">
              <a:off x="21666" y="18604"/>
              <a:ext cx="2426" cy="11075"/>
            </a:xfrm>
            <a:prstGeom prst="bentConnector3">
              <a:avLst>
                <a:gd name="adj1" fmla="val 49736"/>
              </a:avLst>
            </a:prstGeom>
            <a:noFill/>
            <a:ln w="15875">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26" name="AutoShape 11034"/>
            <p:cNvSpPr>
              <a:spLocks noChangeShapeType="1"/>
            </p:cNvSpPr>
            <p:nvPr/>
          </p:nvSpPr>
          <p:spPr bwMode="auto">
            <a:xfrm rot="16200000" flipH="1">
              <a:off x="32372" y="18973"/>
              <a:ext cx="2426" cy="10338"/>
            </a:xfrm>
            <a:prstGeom prst="bentConnector3">
              <a:avLst>
                <a:gd name="adj1" fmla="val 49736"/>
              </a:avLst>
            </a:prstGeom>
            <a:noFill/>
            <a:ln w="15875">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27" name="AutoShape 11035"/>
            <p:cNvSpPr>
              <a:spLocks noChangeShapeType="1"/>
            </p:cNvSpPr>
            <p:nvPr/>
          </p:nvSpPr>
          <p:spPr bwMode="auto">
            <a:xfrm rot="5400000">
              <a:off x="32016" y="23952"/>
              <a:ext cx="3029" cy="10446"/>
            </a:xfrm>
            <a:prstGeom prst="bentConnector3">
              <a:avLst>
                <a:gd name="adj1" fmla="val 49894"/>
              </a:avLst>
            </a:prstGeom>
            <a:noFill/>
            <a:ln w="15875">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28" name="AutoShape 11036"/>
            <p:cNvSpPr>
              <a:spLocks noChangeShapeType="1"/>
            </p:cNvSpPr>
            <p:nvPr/>
          </p:nvSpPr>
          <p:spPr bwMode="auto">
            <a:xfrm rot="5400000">
              <a:off x="32378" y="39744"/>
              <a:ext cx="2312" cy="10446"/>
            </a:xfrm>
            <a:prstGeom prst="bentConnector3">
              <a:avLst>
                <a:gd name="adj1" fmla="val 49727"/>
              </a:avLst>
            </a:prstGeom>
            <a:noFill/>
            <a:ln w="15875">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29" name="AutoShape 11037"/>
            <p:cNvSpPr>
              <a:spLocks noChangeShapeType="1"/>
            </p:cNvSpPr>
            <p:nvPr/>
          </p:nvSpPr>
          <p:spPr bwMode="auto">
            <a:xfrm rot="16200000" flipH="1">
              <a:off x="31731" y="34486"/>
              <a:ext cx="3568" cy="10478"/>
            </a:xfrm>
            <a:prstGeom prst="bentConnector3">
              <a:avLst>
                <a:gd name="adj1" fmla="val 49824"/>
              </a:avLst>
            </a:prstGeom>
            <a:noFill/>
            <a:ln w="15875">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0" name="AutoShape 11038"/>
            <p:cNvSpPr>
              <a:spLocks noChangeShapeType="1"/>
            </p:cNvSpPr>
            <p:nvPr/>
          </p:nvSpPr>
          <p:spPr bwMode="auto">
            <a:xfrm rot="5400000">
              <a:off x="21025" y="34257"/>
              <a:ext cx="3568" cy="10935"/>
            </a:xfrm>
            <a:prstGeom prst="bentConnector3">
              <a:avLst>
                <a:gd name="adj1" fmla="val 49824"/>
              </a:avLst>
            </a:prstGeom>
            <a:noFill/>
            <a:ln w="15875">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1" name="AutoShape 11039"/>
            <p:cNvSpPr>
              <a:spLocks noChangeShapeType="1"/>
            </p:cNvSpPr>
            <p:nvPr/>
          </p:nvSpPr>
          <p:spPr bwMode="auto">
            <a:xfrm flipH="1">
              <a:off x="28276" y="33343"/>
              <a:ext cx="32" cy="1950"/>
            </a:xfrm>
            <a:prstGeom prst="straightConnector1">
              <a:avLst/>
            </a:prstGeom>
            <a:noFill/>
            <a:ln w="1587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2" name="AutoShape 11040"/>
            <p:cNvSpPr>
              <a:spLocks noChangeShapeType="1"/>
            </p:cNvSpPr>
            <p:nvPr/>
          </p:nvSpPr>
          <p:spPr bwMode="auto">
            <a:xfrm>
              <a:off x="28416" y="17068"/>
              <a:ext cx="6" cy="1931"/>
            </a:xfrm>
            <a:prstGeom prst="straightConnector1">
              <a:avLst/>
            </a:prstGeom>
            <a:noFill/>
            <a:ln w="1587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4" name="AutoShape 11060"/>
            <p:cNvSpPr>
              <a:spLocks noChangeArrowheads="1"/>
            </p:cNvSpPr>
            <p:nvPr/>
          </p:nvSpPr>
          <p:spPr bwMode="auto">
            <a:xfrm>
              <a:off x="279" y="24142"/>
              <a:ext cx="10115" cy="4928"/>
            </a:xfrm>
            <a:prstGeom prst="roundRect">
              <a:avLst>
                <a:gd name="adj" fmla="val 16667"/>
              </a:avLst>
            </a:prstGeom>
            <a:solidFill>
              <a:srgbClr val="FFFFFF"/>
            </a:solidFill>
            <a:ln w="9525">
              <a:solidFill>
                <a:srgbClr val="FF0000"/>
              </a:solidFill>
              <a:round/>
              <a:headEnd/>
              <a:tailEnd/>
            </a:ln>
          </p:spPr>
          <p:txBody>
            <a:bodyPr vert="horz" wrap="square" lIns="74295" tIns="8890" rIns="74295" bIns="889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ja-JP" sz="800" b="0" i="0" u="none" strike="noStrike" cap="none" normalizeH="0" baseline="0" dirty="0" smtClean="0">
                <a:ln>
                  <a:noFill/>
                </a:ln>
                <a:solidFill>
                  <a:schemeClr val="tx1"/>
                </a:solidFill>
                <a:effectLst/>
                <a:latin typeface="MS PGothic" pitchFamily="34" charset="-128"/>
                <a:ea typeface="MS PGothic" pitchFamily="34" charset="-128"/>
                <a:cs typeface="DaunPenh"/>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ja-JP" sz="1050" b="0" i="0" u="none" strike="noStrike" cap="none" normalizeH="0" baseline="0" dirty="0" smtClean="0">
                <a:ln>
                  <a:noFill/>
                </a:ln>
                <a:solidFill>
                  <a:schemeClr val="tx1"/>
                </a:solidFill>
                <a:effectLst/>
                <a:latin typeface="MS PGothic" pitchFamily="34" charset="-128"/>
                <a:ea typeface="MS PGothic" pitchFamily="34" charset="-128"/>
                <a:cs typeface="DaunPenh"/>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ja-JP" sz="1050" b="0" i="0" u="none" strike="noStrike" cap="none" normalizeH="0" baseline="0" dirty="0" smtClean="0">
                  <a:ln>
                    <a:noFill/>
                  </a:ln>
                  <a:solidFill>
                    <a:schemeClr val="tx1"/>
                  </a:solidFill>
                  <a:effectLst/>
                  <a:latin typeface="MS PGothic" pitchFamily="34" charset="-128"/>
                  <a:ea typeface="MS PGothic" pitchFamily="34" charset="-128"/>
                  <a:cs typeface="DaunPenh"/>
                </a:rPr>
                <a:t>Payment of Duties, Taxes and Penalty </a:t>
              </a:r>
              <a:endParaRPr kumimoji="0" lang="en-US" altLang="ja-JP" sz="1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ja-JP"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35" name="AutoShape 11061"/>
            <p:cNvSpPr>
              <a:spLocks noChangeShapeType="1"/>
            </p:cNvSpPr>
            <p:nvPr/>
          </p:nvSpPr>
          <p:spPr bwMode="auto">
            <a:xfrm flipH="1">
              <a:off x="10394" y="26511"/>
              <a:ext cx="2820" cy="95"/>
            </a:xfrm>
            <a:prstGeom prst="straightConnector1">
              <a:avLst/>
            </a:prstGeom>
            <a:noFill/>
            <a:ln w="1587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6" name="AutoShape 11062"/>
            <p:cNvSpPr>
              <a:spLocks noChangeShapeType="1"/>
            </p:cNvSpPr>
            <p:nvPr/>
          </p:nvSpPr>
          <p:spPr bwMode="auto">
            <a:xfrm rot="10800000" flipV="1">
              <a:off x="5340" y="9918"/>
              <a:ext cx="7950" cy="14224"/>
            </a:xfrm>
            <a:prstGeom prst="bentConnector2">
              <a:avLst/>
            </a:prstGeom>
            <a:noFill/>
            <a:ln w="15875">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7" name="AutoShape 11063"/>
            <p:cNvSpPr>
              <a:spLocks noChangeShapeType="1"/>
            </p:cNvSpPr>
            <p:nvPr/>
          </p:nvSpPr>
          <p:spPr bwMode="auto">
            <a:xfrm rot="10800000">
              <a:off x="5340" y="29070"/>
              <a:ext cx="7874" cy="13595"/>
            </a:xfrm>
            <a:prstGeom prst="bentConnector2">
              <a:avLst/>
            </a:prstGeom>
            <a:noFill/>
            <a:ln w="15875">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8" name="AutoShape 10961"/>
            <p:cNvSpPr>
              <a:spLocks noChangeArrowheads="1"/>
            </p:cNvSpPr>
            <p:nvPr/>
          </p:nvSpPr>
          <p:spPr bwMode="auto">
            <a:xfrm>
              <a:off x="8191" y="666"/>
              <a:ext cx="27565" cy="2655"/>
            </a:xfrm>
            <a:prstGeom prst="roundRect">
              <a:avLst>
                <a:gd name="adj" fmla="val 16667"/>
              </a:avLst>
            </a:prstGeom>
            <a:solidFill>
              <a:srgbClr val="FFFFFF"/>
            </a:solidFill>
            <a:ln w="9525">
              <a:noFill/>
              <a:round/>
              <a:headEnd/>
              <a:tailEnd/>
            </a:ln>
          </p:spPr>
          <p:txBody>
            <a:bodyPr vert="horz" wrap="square" lIns="74295" tIns="8890" rIns="74295" bIns="889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ja-JP" sz="1400" b="1" i="0" u="sng" strike="noStrike" cap="none" normalizeH="0" baseline="0" dirty="0" smtClean="0">
                  <a:ln>
                    <a:noFill/>
                  </a:ln>
                  <a:solidFill>
                    <a:schemeClr val="tx1"/>
                  </a:solidFill>
                  <a:effectLst/>
                  <a:latin typeface="MS PGothic" pitchFamily="34" charset="-128"/>
                  <a:ea typeface="MS PGothic" pitchFamily="34" charset="-128"/>
                  <a:cs typeface="DaunPenh"/>
                </a:rPr>
                <a:t>Appeal Procedures</a:t>
              </a:r>
              <a:endParaRPr kumimoji="0" lang="en-US" altLang="ja-JP" sz="3200" b="0" i="0" u="none" strike="noStrike" cap="none" normalizeH="0" baseline="0" dirty="0" smtClean="0">
                <a:ln>
                  <a:noFill/>
                </a:ln>
                <a:solidFill>
                  <a:schemeClr val="tx1"/>
                </a:solidFill>
                <a:effectLst/>
                <a:latin typeface="Arial" pitchFamily="34" charset="0"/>
                <a:cs typeface="Arial" pitchFamily="34" charset="0"/>
              </a:endParaRPr>
            </a:p>
          </p:txBody>
        </p:sp>
      </p:grpSp>
      <p:sp>
        <p:nvSpPr>
          <p:cNvPr id="40" name="Content Placeholder 2"/>
          <p:cNvSpPr txBox="1">
            <a:spLocks/>
          </p:cNvSpPr>
          <p:nvPr/>
        </p:nvSpPr>
        <p:spPr bwMode="auto">
          <a:xfrm>
            <a:off x="114997" y="1512096"/>
            <a:ext cx="3760570" cy="4718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itchFamily="34" charset="0"/>
              <a:buNone/>
            </a:pPr>
            <a:r>
              <a:rPr lang="en-US" altLang="zh-CN" sz="1800" b="1" dirty="0" smtClean="0">
                <a:solidFill>
                  <a:srgbClr val="0070C0"/>
                </a:solidFill>
                <a:latin typeface="Times New Roman" pitchFamily="18" charset="0"/>
                <a:ea typeface="+mj-ea"/>
                <a:cs typeface="Times New Roman" pitchFamily="18" charset="0"/>
              </a:rPr>
              <a:t>-Appeal Against Re-determination</a:t>
            </a:r>
          </a:p>
        </p:txBody>
      </p:sp>
    </p:spTree>
    <p:extLst>
      <p:ext uri="{BB962C8B-B14F-4D97-AF65-F5344CB8AC3E}">
        <p14:creationId xmlns:p14="http://schemas.microsoft.com/office/powerpoint/2010/main" val="171197852"/>
      </p:ext>
    </p:extLst>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A2C2F2A2-C04E-4524-9E13-26AC6DEB0749}" type="slidenum">
              <a:rPr lang="en-US" altLang="en-US" smtClean="0"/>
              <a:pPr/>
              <a:t>11</a:t>
            </a:fld>
            <a:endParaRPr lang="en-US" altLang="en-US" dirty="0"/>
          </a:p>
        </p:txBody>
      </p:sp>
      <p:sp>
        <p:nvSpPr>
          <p:cNvPr id="9" name="Rectangle 8"/>
          <p:cNvSpPr/>
          <p:nvPr/>
        </p:nvSpPr>
        <p:spPr>
          <a:xfrm>
            <a:off x="1538416" y="279918"/>
            <a:ext cx="6765615" cy="646331"/>
          </a:xfrm>
          <a:prstGeom prst="rect">
            <a:avLst/>
          </a:prstGeom>
        </p:spPr>
        <p:txBody>
          <a:bodyPr wrap="square">
            <a:spAutoFit/>
          </a:bodyPr>
          <a:lstStyle/>
          <a:p>
            <a:pPr lvl="0"/>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a:t>
            </a:r>
            <a:r>
              <a:rPr lang="en-US"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sz="3600" b="1" dirty="0">
                <a:solidFill>
                  <a:schemeClr val="bg1"/>
                </a:solidFill>
                <a:latin typeface="Times New Roman" pitchFamily="18" charset="0"/>
                <a:cs typeface="Times New Roman" pitchFamily="18" charset="0"/>
              </a:rPr>
              <a:t> </a:t>
            </a:r>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Right of Auditor and </a:t>
            </a:r>
            <a:r>
              <a:rPr lang="en-US"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Auditee</a:t>
            </a:r>
            <a:endPar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B569CD3E-5E33-4EB5-A2CE-C636605E633F}"/>
              </a:ext>
            </a:extLst>
          </p:cNvPr>
          <p:cNvSpPr>
            <a:spLocks noGrp="1"/>
          </p:cNvSpPr>
          <p:nvPr>
            <p:ph type="title"/>
          </p:nvPr>
        </p:nvSpPr>
        <p:spPr>
          <a:xfrm>
            <a:off x="90514" y="1391795"/>
            <a:ext cx="8779163" cy="779186"/>
          </a:xfrm>
        </p:spPr>
        <p:txBody>
          <a:bodyPr>
            <a:normAutofit/>
          </a:bodyPr>
          <a:lstStyle/>
          <a:p>
            <a:pPr algn="l">
              <a:buNone/>
            </a:pPr>
            <a:r>
              <a:rPr lang="en-US" altLang="zh-CN" sz="2800" b="1" dirty="0">
                <a:solidFill>
                  <a:schemeClr val="accent6">
                    <a:lumMod val="50000"/>
                  </a:schemeClr>
                </a:solidFill>
                <a:effectLst>
                  <a:outerShdw blurRad="38100" dist="38100" dir="2700000" algn="tl">
                    <a:srgbClr val="000000">
                      <a:alpha val="43137"/>
                    </a:srgbClr>
                  </a:outerShdw>
                </a:effectLst>
              </a:rPr>
              <a:t>A) Right of Auditor:</a:t>
            </a:r>
            <a:endParaRPr lang="en-US" sz="1600" dirty="0">
              <a:solidFill>
                <a:schemeClr val="accent1">
                  <a:lumMod val="50000"/>
                </a:schemeClr>
              </a:solidFill>
            </a:endParaRPr>
          </a:p>
        </p:txBody>
      </p:sp>
      <p:sp>
        <p:nvSpPr>
          <p:cNvPr id="10" name="Content Placeholder 2"/>
          <p:cNvSpPr>
            <a:spLocks noGrp="1"/>
          </p:cNvSpPr>
          <p:nvPr>
            <p:ph idx="1"/>
          </p:nvPr>
        </p:nvSpPr>
        <p:spPr>
          <a:xfrm>
            <a:off x="609600" y="1967026"/>
            <a:ext cx="8229600" cy="4850145"/>
          </a:xfrm>
        </p:spPr>
        <p:txBody>
          <a:bodyPr/>
          <a:lstStyle/>
          <a:p>
            <a:pPr>
              <a:lnSpc>
                <a:spcPct val="140000"/>
              </a:lnSpc>
              <a:spcBef>
                <a:spcPts val="0"/>
              </a:spcBef>
            </a:pPr>
            <a:r>
              <a:rPr lang="en-US" sz="2400" dirty="0" smtClean="0">
                <a:solidFill>
                  <a:schemeClr val="accent1">
                    <a:lumMod val="50000"/>
                  </a:schemeClr>
                </a:solidFill>
              </a:rPr>
              <a:t>Enter and perform a field audit at any time (normally 06:00 AM to 06:00 PM) at an auditee’s premises or places where documents, record or other information are kept.</a:t>
            </a:r>
          </a:p>
          <a:p>
            <a:pPr>
              <a:lnSpc>
                <a:spcPct val="140000"/>
              </a:lnSpc>
              <a:spcBef>
                <a:spcPts val="0"/>
              </a:spcBef>
            </a:pPr>
            <a:r>
              <a:rPr lang="en-US" sz="2400" dirty="0" smtClean="0">
                <a:solidFill>
                  <a:schemeClr val="accent1">
                    <a:lumMod val="50000"/>
                  </a:schemeClr>
                </a:solidFill>
              </a:rPr>
              <a:t>Audit on imported and exported goods, business records, business systems and commercial data related to Customs.</a:t>
            </a:r>
          </a:p>
          <a:p>
            <a:pPr>
              <a:lnSpc>
                <a:spcPct val="140000"/>
              </a:lnSpc>
              <a:spcBef>
                <a:spcPts val="0"/>
              </a:spcBef>
            </a:pPr>
            <a:r>
              <a:rPr lang="en-US" sz="2400" dirty="0" smtClean="0">
                <a:solidFill>
                  <a:schemeClr val="accent1">
                    <a:lumMod val="50000"/>
                  </a:schemeClr>
                </a:solidFill>
              </a:rPr>
              <a:t>Inquiry the </a:t>
            </a:r>
            <a:r>
              <a:rPr lang="en-US" sz="2400" dirty="0" err="1" smtClean="0">
                <a:solidFill>
                  <a:schemeClr val="accent1">
                    <a:lumMod val="50000"/>
                  </a:schemeClr>
                </a:solidFill>
              </a:rPr>
              <a:t>auditee</a:t>
            </a:r>
            <a:r>
              <a:rPr lang="en-US" sz="2400" dirty="0" smtClean="0">
                <a:solidFill>
                  <a:schemeClr val="accent1">
                    <a:lumMod val="50000"/>
                  </a:schemeClr>
                </a:solidFill>
              </a:rPr>
              <a:t> about unclear points on such documents, records, and other information and request the </a:t>
            </a:r>
            <a:r>
              <a:rPr lang="en-US" sz="2400" dirty="0" err="1" smtClean="0">
                <a:solidFill>
                  <a:schemeClr val="accent1">
                    <a:lumMod val="50000"/>
                  </a:schemeClr>
                </a:solidFill>
              </a:rPr>
              <a:t>auditee</a:t>
            </a:r>
            <a:r>
              <a:rPr lang="en-US" sz="2400" dirty="0" smtClean="0">
                <a:solidFill>
                  <a:schemeClr val="accent1">
                    <a:lumMod val="50000"/>
                  </a:schemeClr>
                </a:solidFill>
              </a:rPr>
              <a:t> to present more detailed documents such as accounting voucher.</a:t>
            </a:r>
          </a:p>
        </p:txBody>
      </p:sp>
    </p:spTree>
    <p:extLst>
      <p:ext uri="{BB962C8B-B14F-4D97-AF65-F5344CB8AC3E}">
        <p14:creationId xmlns:p14="http://schemas.microsoft.com/office/powerpoint/2010/main" val="1221379557"/>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A2C2F2A2-C04E-4524-9E13-26AC6DEB0749}" type="slidenum">
              <a:rPr lang="en-US" altLang="en-US" smtClean="0"/>
              <a:pPr/>
              <a:t>12</a:t>
            </a:fld>
            <a:endParaRPr lang="en-US" altLang="en-US" dirty="0"/>
          </a:p>
        </p:txBody>
      </p:sp>
      <p:sp>
        <p:nvSpPr>
          <p:cNvPr id="9" name="Rectangle 8"/>
          <p:cNvSpPr/>
          <p:nvPr/>
        </p:nvSpPr>
        <p:spPr>
          <a:xfrm>
            <a:off x="1538416" y="279918"/>
            <a:ext cx="6765615" cy="646331"/>
          </a:xfrm>
          <a:prstGeom prst="rect">
            <a:avLst/>
          </a:prstGeom>
        </p:spPr>
        <p:txBody>
          <a:bodyPr wrap="square">
            <a:spAutoFit/>
          </a:bodyPr>
          <a:lstStyle/>
          <a:p>
            <a:pPr lvl="0"/>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a:t>
            </a:r>
            <a:r>
              <a:rPr lang="en-US"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sz="3600" b="1" dirty="0">
                <a:solidFill>
                  <a:schemeClr val="bg1"/>
                </a:solidFill>
                <a:latin typeface="Times New Roman" pitchFamily="18" charset="0"/>
                <a:cs typeface="Times New Roman" pitchFamily="18" charset="0"/>
              </a:rPr>
              <a:t> </a:t>
            </a:r>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Right of Auditor and </a:t>
            </a:r>
            <a:r>
              <a:rPr lang="en-US"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Auditee</a:t>
            </a:r>
            <a:endPar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B569CD3E-5E33-4EB5-A2CE-C636605E633F}"/>
              </a:ext>
            </a:extLst>
          </p:cNvPr>
          <p:cNvSpPr>
            <a:spLocks noGrp="1"/>
          </p:cNvSpPr>
          <p:nvPr>
            <p:ph type="title"/>
          </p:nvPr>
        </p:nvSpPr>
        <p:spPr>
          <a:xfrm>
            <a:off x="90514" y="1391795"/>
            <a:ext cx="8779163" cy="779186"/>
          </a:xfrm>
        </p:spPr>
        <p:txBody>
          <a:bodyPr>
            <a:normAutofit/>
          </a:bodyPr>
          <a:lstStyle/>
          <a:p>
            <a:pPr algn="l">
              <a:buNone/>
            </a:pPr>
            <a:r>
              <a:rPr lang="en-US" altLang="zh-CN" sz="2800" b="1" dirty="0">
                <a:solidFill>
                  <a:schemeClr val="accent6">
                    <a:lumMod val="50000"/>
                  </a:schemeClr>
                </a:solidFill>
                <a:effectLst>
                  <a:outerShdw blurRad="38100" dist="38100" dir="2700000" algn="tl">
                    <a:srgbClr val="000000">
                      <a:alpha val="43137"/>
                    </a:srgbClr>
                  </a:outerShdw>
                </a:effectLst>
              </a:rPr>
              <a:t>A) Right of Auditor:</a:t>
            </a:r>
            <a:endParaRPr lang="en-US" sz="1600" dirty="0">
              <a:solidFill>
                <a:schemeClr val="accent1">
                  <a:lumMod val="50000"/>
                </a:schemeClr>
              </a:solidFill>
            </a:endParaRPr>
          </a:p>
        </p:txBody>
      </p:sp>
      <p:sp>
        <p:nvSpPr>
          <p:cNvPr id="7" name="Content Placeholder 2"/>
          <p:cNvSpPr>
            <a:spLocks noGrp="1"/>
          </p:cNvSpPr>
          <p:nvPr>
            <p:ph idx="1"/>
          </p:nvPr>
        </p:nvSpPr>
        <p:spPr>
          <a:xfrm>
            <a:off x="609600" y="2062723"/>
            <a:ext cx="8229600" cy="4649972"/>
          </a:xfrm>
        </p:spPr>
        <p:txBody>
          <a:bodyPr/>
          <a:lstStyle/>
          <a:p>
            <a:pPr>
              <a:lnSpc>
                <a:spcPct val="120000"/>
              </a:lnSpc>
              <a:spcBef>
                <a:spcPts val="0"/>
              </a:spcBef>
            </a:pPr>
            <a:r>
              <a:rPr lang="en-US" sz="2200" dirty="0" smtClean="0">
                <a:solidFill>
                  <a:schemeClr val="accent1">
                    <a:lumMod val="50000"/>
                  </a:schemeClr>
                </a:solidFill>
              </a:rPr>
              <a:t>Temporary keep/Rental auditee’s books and records (PCA Form 7).</a:t>
            </a:r>
          </a:p>
          <a:p>
            <a:pPr>
              <a:lnSpc>
                <a:spcPct val="120000"/>
              </a:lnSpc>
              <a:spcBef>
                <a:spcPts val="0"/>
              </a:spcBef>
            </a:pPr>
            <a:r>
              <a:rPr lang="en-US" sz="2200" dirty="0" smtClean="0">
                <a:solidFill>
                  <a:schemeClr val="accent1">
                    <a:lumMod val="50000"/>
                  </a:schemeClr>
                </a:solidFill>
              </a:rPr>
              <a:t>Obtain information from Other Government Agency-OGA</a:t>
            </a:r>
          </a:p>
          <a:p>
            <a:pPr>
              <a:lnSpc>
                <a:spcPct val="120000"/>
              </a:lnSpc>
              <a:spcBef>
                <a:spcPts val="0"/>
              </a:spcBef>
            </a:pPr>
            <a:r>
              <a:rPr lang="en-US" sz="2200" dirty="0" smtClean="0">
                <a:solidFill>
                  <a:schemeClr val="accent1">
                    <a:lumMod val="50000"/>
                  </a:schemeClr>
                </a:solidFill>
              </a:rPr>
              <a:t>Issue a Re-determination Notice.</a:t>
            </a:r>
          </a:p>
          <a:p>
            <a:pPr>
              <a:lnSpc>
                <a:spcPct val="120000"/>
              </a:lnSpc>
              <a:spcBef>
                <a:spcPts val="0"/>
              </a:spcBef>
            </a:pPr>
            <a:r>
              <a:rPr lang="en-US" sz="2200" dirty="0" smtClean="0">
                <a:solidFill>
                  <a:schemeClr val="accent1">
                    <a:lumMod val="50000"/>
                  </a:schemeClr>
                </a:solidFill>
              </a:rPr>
              <a:t>Apply measures to deal with administrative offense in accordance with the provision of the law on Customs.</a:t>
            </a:r>
          </a:p>
          <a:p>
            <a:pPr>
              <a:lnSpc>
                <a:spcPct val="120000"/>
              </a:lnSpc>
              <a:spcBef>
                <a:spcPts val="0"/>
              </a:spcBef>
            </a:pPr>
            <a:r>
              <a:rPr lang="en-US" sz="2200" dirty="0" smtClean="0">
                <a:solidFill>
                  <a:schemeClr val="accent1">
                    <a:lumMod val="50000"/>
                  </a:schemeClr>
                </a:solidFill>
              </a:rPr>
              <a:t>Initiate enforcement measures such as the sealing of place of business or space, if</a:t>
            </a:r>
          </a:p>
          <a:p>
            <a:pPr lvl="1">
              <a:lnSpc>
                <a:spcPct val="120000"/>
              </a:lnSpc>
              <a:spcBef>
                <a:spcPts val="0"/>
              </a:spcBef>
            </a:pPr>
            <a:r>
              <a:rPr lang="en-US" sz="2200" dirty="0" smtClean="0">
                <a:solidFill>
                  <a:schemeClr val="accent1">
                    <a:lumMod val="50000"/>
                  </a:schemeClr>
                </a:solidFill>
              </a:rPr>
              <a:t>Auditor remain unable to enter the place or space that is suspected keeping books, records, and other documents and goods.</a:t>
            </a:r>
          </a:p>
          <a:p>
            <a:pPr lvl="1">
              <a:lnSpc>
                <a:spcPct val="120000"/>
              </a:lnSpc>
              <a:spcBef>
                <a:spcPts val="0"/>
              </a:spcBef>
            </a:pPr>
            <a:r>
              <a:rPr lang="en-US" sz="2200" dirty="0" smtClean="0">
                <a:solidFill>
                  <a:schemeClr val="accent1">
                    <a:lumMod val="50000"/>
                  </a:schemeClr>
                </a:solidFill>
              </a:rPr>
              <a:t>There are indicated an act of crime has been committed</a:t>
            </a:r>
          </a:p>
        </p:txBody>
      </p:sp>
    </p:spTree>
    <p:extLst>
      <p:ext uri="{BB962C8B-B14F-4D97-AF65-F5344CB8AC3E}">
        <p14:creationId xmlns:p14="http://schemas.microsoft.com/office/powerpoint/2010/main" val="4200115831"/>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A2C2F2A2-C04E-4524-9E13-26AC6DEB0749}" type="slidenum">
              <a:rPr lang="en-US" altLang="en-US" smtClean="0"/>
              <a:pPr/>
              <a:t>13</a:t>
            </a:fld>
            <a:endParaRPr lang="en-US" altLang="en-US" dirty="0"/>
          </a:p>
        </p:txBody>
      </p:sp>
      <p:sp>
        <p:nvSpPr>
          <p:cNvPr id="9" name="Rectangle 8"/>
          <p:cNvSpPr/>
          <p:nvPr/>
        </p:nvSpPr>
        <p:spPr>
          <a:xfrm>
            <a:off x="1538416" y="279918"/>
            <a:ext cx="6765615" cy="646331"/>
          </a:xfrm>
          <a:prstGeom prst="rect">
            <a:avLst/>
          </a:prstGeom>
        </p:spPr>
        <p:txBody>
          <a:bodyPr wrap="square">
            <a:spAutoFit/>
          </a:bodyPr>
          <a:lstStyle/>
          <a:p>
            <a:pPr lvl="0"/>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a:t>
            </a:r>
            <a:r>
              <a:rPr lang="en-US"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sz="3600" b="1" dirty="0">
                <a:solidFill>
                  <a:schemeClr val="bg1"/>
                </a:solidFill>
                <a:latin typeface="Times New Roman" pitchFamily="18" charset="0"/>
                <a:cs typeface="Times New Roman" pitchFamily="18" charset="0"/>
              </a:rPr>
              <a:t> </a:t>
            </a:r>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Right of Auditor and </a:t>
            </a:r>
            <a:r>
              <a:rPr lang="en-US"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Auditee</a:t>
            </a:r>
            <a:endPar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B569CD3E-5E33-4EB5-A2CE-C636605E633F}"/>
              </a:ext>
            </a:extLst>
          </p:cNvPr>
          <p:cNvSpPr>
            <a:spLocks noGrp="1"/>
          </p:cNvSpPr>
          <p:nvPr>
            <p:ph type="title"/>
          </p:nvPr>
        </p:nvSpPr>
        <p:spPr>
          <a:xfrm>
            <a:off x="90514" y="1391795"/>
            <a:ext cx="8779163" cy="779186"/>
          </a:xfrm>
        </p:spPr>
        <p:txBody>
          <a:bodyPr>
            <a:normAutofit/>
          </a:bodyPr>
          <a:lstStyle/>
          <a:p>
            <a:pPr algn="l">
              <a:buNone/>
            </a:pPr>
            <a:r>
              <a:rPr lang="en-US" altLang="zh-CN" sz="2800" b="1" dirty="0">
                <a:solidFill>
                  <a:schemeClr val="accent6">
                    <a:lumMod val="50000"/>
                  </a:schemeClr>
                </a:solidFill>
                <a:effectLst>
                  <a:outerShdw blurRad="38100" dist="38100" dir="2700000" algn="tl">
                    <a:srgbClr val="000000">
                      <a:alpha val="43137"/>
                    </a:srgbClr>
                  </a:outerShdw>
                </a:effectLst>
              </a:rPr>
              <a:t>B) Right of Auditee:</a:t>
            </a:r>
            <a:endParaRPr lang="en-US" sz="1800" b="1" u="sng" dirty="0">
              <a:solidFill>
                <a:schemeClr val="accent3">
                  <a:lumMod val="50000"/>
                </a:schemeClr>
              </a:solidFill>
            </a:endParaRPr>
          </a:p>
        </p:txBody>
      </p:sp>
      <p:sp>
        <p:nvSpPr>
          <p:cNvPr id="10" name="Content Placeholder 2"/>
          <p:cNvSpPr>
            <a:spLocks noGrp="1"/>
          </p:cNvSpPr>
          <p:nvPr>
            <p:ph idx="1"/>
          </p:nvPr>
        </p:nvSpPr>
        <p:spPr>
          <a:xfrm>
            <a:off x="533400" y="2115884"/>
            <a:ext cx="8229600" cy="4564912"/>
          </a:xfrm>
        </p:spPr>
        <p:txBody>
          <a:bodyPr/>
          <a:lstStyle/>
          <a:p>
            <a:r>
              <a:rPr lang="en-US" sz="2000" dirty="0" smtClean="0">
                <a:solidFill>
                  <a:schemeClr val="accent1">
                    <a:lumMod val="50000"/>
                  </a:schemeClr>
                </a:solidFill>
              </a:rPr>
              <a:t>To request the PCA officers to show their ID cards and the Notification on auditing. </a:t>
            </a:r>
          </a:p>
          <a:p>
            <a:r>
              <a:rPr lang="en-US" sz="2000" dirty="0" smtClean="0">
                <a:solidFill>
                  <a:schemeClr val="accent1">
                    <a:lumMod val="50000"/>
                  </a:schemeClr>
                </a:solidFill>
              </a:rPr>
              <a:t>To refuse the auditing if the decision on auditing does not comply with the provisions of the law;</a:t>
            </a:r>
          </a:p>
          <a:p>
            <a:r>
              <a:rPr lang="en-US" sz="2000" dirty="0" smtClean="0">
                <a:solidFill>
                  <a:schemeClr val="accent1">
                    <a:lumMod val="50000"/>
                  </a:schemeClr>
                </a:solidFill>
              </a:rPr>
              <a:t>To lodge complaints and denunciations related to the breach of law by PCA officers during the course of an auditing;</a:t>
            </a:r>
          </a:p>
          <a:p>
            <a:r>
              <a:rPr lang="en-US" sz="2000" dirty="0" smtClean="0">
                <a:solidFill>
                  <a:schemeClr val="accent1">
                    <a:lumMod val="50000"/>
                  </a:schemeClr>
                </a:solidFill>
              </a:rPr>
              <a:t>To request explanations on the minutes of audit conclusions and on the proposal measures prepared by the PCA officers;</a:t>
            </a:r>
          </a:p>
          <a:p>
            <a:r>
              <a:rPr lang="en-US" sz="2000" dirty="0" smtClean="0">
                <a:solidFill>
                  <a:schemeClr val="accent1">
                    <a:lumMod val="50000"/>
                  </a:schemeClr>
                </a:solidFill>
              </a:rPr>
              <a:t>To object to the decision by writing to the Director General of Customs within 30 days from the date </a:t>
            </a:r>
            <a:r>
              <a:rPr lang="en-US" sz="2000" dirty="0" err="1" smtClean="0">
                <a:solidFill>
                  <a:schemeClr val="accent1">
                    <a:lumMod val="50000"/>
                  </a:schemeClr>
                </a:solidFill>
              </a:rPr>
              <a:t>auditees</a:t>
            </a:r>
            <a:r>
              <a:rPr lang="en-US" sz="2000" dirty="0" smtClean="0">
                <a:solidFill>
                  <a:schemeClr val="accent1">
                    <a:lumMod val="50000"/>
                  </a:schemeClr>
                </a:solidFill>
              </a:rPr>
              <a:t> receive the Notice of the re-determination, according to article 24 of the Law on Customs;   </a:t>
            </a:r>
          </a:p>
          <a:p>
            <a:r>
              <a:rPr lang="en-US" sz="2000" dirty="0" smtClean="0">
                <a:solidFill>
                  <a:schemeClr val="accent1">
                    <a:lumMod val="50000"/>
                  </a:schemeClr>
                </a:solidFill>
              </a:rPr>
              <a:t>To request the customs to compensate for damages caused by any unlawful manner as the results of audit.</a:t>
            </a:r>
          </a:p>
        </p:txBody>
      </p:sp>
    </p:spTree>
    <p:extLst>
      <p:ext uri="{BB962C8B-B14F-4D97-AF65-F5344CB8AC3E}">
        <p14:creationId xmlns:p14="http://schemas.microsoft.com/office/powerpoint/2010/main" val="3804691710"/>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A2C2F2A2-C04E-4524-9E13-26AC6DEB0749}" type="slidenum">
              <a:rPr lang="en-US" altLang="en-US" smtClean="0"/>
              <a:pPr/>
              <a:t>14</a:t>
            </a:fld>
            <a:endParaRPr lang="en-US" altLang="en-US" dirty="0"/>
          </a:p>
        </p:txBody>
      </p:sp>
      <p:sp>
        <p:nvSpPr>
          <p:cNvPr id="9" name="Rectangle 8"/>
          <p:cNvSpPr/>
          <p:nvPr/>
        </p:nvSpPr>
        <p:spPr>
          <a:xfrm>
            <a:off x="1580938" y="325920"/>
            <a:ext cx="5131745" cy="646331"/>
          </a:xfrm>
          <a:prstGeom prst="rect">
            <a:avLst/>
          </a:prstGeom>
        </p:spPr>
        <p:txBody>
          <a:bodyPr wrap="square">
            <a:spAutoFit/>
          </a:bodyPr>
          <a:lstStyle/>
          <a:p>
            <a:r>
              <a:rPr lang="km-KH"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r>
              <a:rPr lang="ca-E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Flow of PCA</a:t>
            </a:r>
          </a:p>
        </p:txBody>
      </p:sp>
      <p:pic>
        <p:nvPicPr>
          <p:cNvPr id="7" name="Picture 2"/>
          <p:cNvPicPr>
            <a:picLocks noChangeAspect="1" noChangeArrowheads="1"/>
          </p:cNvPicPr>
          <p:nvPr/>
        </p:nvPicPr>
        <p:blipFill>
          <a:blip r:embed="rId3"/>
          <a:srcRect l="14000" t="7348" r="41500" b="32951"/>
          <a:stretch>
            <a:fillRect/>
          </a:stretch>
        </p:blipFill>
        <p:spPr bwMode="auto">
          <a:xfrm>
            <a:off x="255181" y="1414488"/>
            <a:ext cx="8708066" cy="5443512"/>
          </a:xfrm>
          <a:prstGeom prst="rect">
            <a:avLst/>
          </a:prstGeom>
          <a:noFill/>
          <a:ln w="9525">
            <a:noFill/>
            <a:miter lim="800000"/>
            <a:headEnd/>
            <a:tailEnd/>
          </a:ln>
          <a:effectLst/>
        </p:spPr>
      </p:pic>
    </p:spTree>
    <p:extLst>
      <p:ext uri="{BB962C8B-B14F-4D97-AF65-F5344CB8AC3E}">
        <p14:creationId xmlns:p14="http://schemas.microsoft.com/office/powerpoint/2010/main" val="3474213163"/>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A2C2F2A2-C04E-4524-9E13-26AC6DEB0749}" type="slidenum">
              <a:rPr lang="en-US" altLang="en-US" smtClean="0"/>
              <a:pPr/>
              <a:t>15</a:t>
            </a:fld>
            <a:endParaRPr lang="en-US" altLang="en-US" dirty="0"/>
          </a:p>
        </p:txBody>
      </p:sp>
      <p:sp>
        <p:nvSpPr>
          <p:cNvPr id="9" name="Rectangle 8"/>
          <p:cNvSpPr/>
          <p:nvPr/>
        </p:nvSpPr>
        <p:spPr>
          <a:xfrm>
            <a:off x="1580938" y="325920"/>
            <a:ext cx="5131745" cy="646331"/>
          </a:xfrm>
          <a:prstGeom prst="rect">
            <a:avLst/>
          </a:prstGeom>
        </p:spPr>
        <p:txBody>
          <a:bodyPr wrap="square">
            <a:spAutoFit/>
          </a:bodyPr>
          <a:lstStyle/>
          <a:p>
            <a:r>
              <a:rPr lang="km-KH"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r>
              <a:rPr lang="ca-E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Flow of PCA</a:t>
            </a:r>
          </a:p>
        </p:txBody>
      </p:sp>
      <p:sp>
        <p:nvSpPr>
          <p:cNvPr id="5" name="Content Placeholder 2"/>
          <p:cNvSpPr>
            <a:spLocks noGrp="1"/>
          </p:cNvSpPr>
          <p:nvPr>
            <p:ph idx="1"/>
          </p:nvPr>
        </p:nvSpPr>
        <p:spPr>
          <a:xfrm>
            <a:off x="441251" y="2278911"/>
            <a:ext cx="8229600" cy="4175052"/>
          </a:xfrm>
        </p:spPr>
        <p:txBody>
          <a:bodyPr/>
          <a:lstStyle/>
          <a:p>
            <a:pPr marL="914400" lvl="1" indent="-514350" eaLnBrk="1" hangingPunct="1">
              <a:lnSpc>
                <a:spcPct val="150000"/>
              </a:lnSpc>
              <a:buFont typeface="Arial" charset="0"/>
              <a:buChar char="•"/>
            </a:pPr>
            <a:r>
              <a:rPr lang="en-US" sz="2000" dirty="0" smtClean="0">
                <a:solidFill>
                  <a:srgbClr val="17375E"/>
                </a:solidFill>
                <a:latin typeface="Khmer OS Metal Chrieng" pitchFamily="2" charset="0"/>
                <a:ea typeface="Khmer MEF2" pitchFamily="2" charset="0"/>
                <a:cs typeface="Khmer OS Metal Chrieng" pitchFamily="2" charset="0"/>
              </a:rPr>
              <a:t>Send notification letter on PCA to Trader within 2 weeks before visiting date.</a:t>
            </a:r>
          </a:p>
          <a:p>
            <a:pPr marL="914400" lvl="1" indent="-514350" eaLnBrk="1" hangingPunct="1">
              <a:lnSpc>
                <a:spcPct val="150000"/>
              </a:lnSpc>
              <a:buFont typeface="Arial" charset="0"/>
              <a:buChar char="•"/>
            </a:pPr>
            <a:r>
              <a:rPr lang="en-US" sz="2000" b="1" dirty="0" smtClean="0">
                <a:solidFill>
                  <a:schemeClr val="accent3">
                    <a:lumMod val="50000"/>
                  </a:schemeClr>
                </a:solidFill>
                <a:latin typeface="Khmer OS Metal Chrieng" pitchFamily="2" charset="0"/>
                <a:ea typeface="Khmer MEF2" pitchFamily="2" charset="0"/>
                <a:cs typeface="Khmer OS Metal Chrieng" pitchFamily="2" charset="0"/>
              </a:rPr>
              <a:t>During sending:</a:t>
            </a:r>
          </a:p>
          <a:p>
            <a:pPr marL="1314450" lvl="2" indent="-514350" eaLnBrk="1" hangingPunct="1">
              <a:lnSpc>
                <a:spcPct val="150000"/>
              </a:lnSpc>
              <a:buFont typeface="Wingdings" pitchFamily="2" charset="2"/>
              <a:buChar char="Ø"/>
            </a:pPr>
            <a:r>
              <a:rPr lang="en-US" sz="2000" dirty="0">
                <a:solidFill>
                  <a:srgbClr val="17375E"/>
                </a:solidFill>
                <a:latin typeface="Khmer OS Metal Chrieng" pitchFamily="2" charset="0"/>
                <a:ea typeface="Khmer MEF2" pitchFamily="2" charset="0"/>
                <a:cs typeface="Khmer OS Metal Chrieng" pitchFamily="2" charset="0"/>
              </a:rPr>
              <a:t>explain and request trader to prepare the need of documents,</a:t>
            </a:r>
          </a:p>
          <a:p>
            <a:pPr marL="1314450" lvl="2" indent="-514350" eaLnBrk="1" hangingPunct="1">
              <a:lnSpc>
                <a:spcPct val="150000"/>
              </a:lnSpc>
              <a:buFont typeface="Wingdings" pitchFamily="2" charset="2"/>
              <a:buChar char="Ø"/>
            </a:pPr>
            <a:r>
              <a:rPr lang="en-US" sz="2000" dirty="0">
                <a:solidFill>
                  <a:srgbClr val="17375E"/>
                </a:solidFill>
                <a:latin typeface="Khmer OS Metal Chrieng" pitchFamily="2" charset="0"/>
                <a:ea typeface="Khmer MEF2" pitchFamily="2" charset="0"/>
                <a:cs typeface="Khmer OS Metal Chrieng" pitchFamily="2" charset="0"/>
              </a:rPr>
              <a:t>Tell to trader who will be Customs Audit </a:t>
            </a:r>
            <a:r>
              <a:rPr lang="en-US" sz="2000" dirty="0" smtClean="0">
                <a:solidFill>
                  <a:srgbClr val="17375E"/>
                </a:solidFill>
                <a:latin typeface="Khmer OS Metal Chrieng" pitchFamily="2" charset="0"/>
                <a:ea typeface="Khmer MEF2" pitchFamily="2" charset="0"/>
                <a:cs typeface="Khmer OS Metal Chrieng" pitchFamily="2" charset="0"/>
              </a:rPr>
              <a:t>Can work </a:t>
            </a:r>
            <a:r>
              <a:rPr lang="en-US" sz="2000" dirty="0">
                <a:solidFill>
                  <a:srgbClr val="17375E"/>
                </a:solidFill>
                <a:latin typeface="Khmer OS Metal Chrieng" pitchFamily="2" charset="0"/>
                <a:ea typeface="Khmer MEF2" pitchFamily="2" charset="0"/>
                <a:cs typeface="Khmer OS Metal Chrieng" pitchFamily="2" charset="0"/>
              </a:rPr>
              <a:t>with,</a:t>
            </a:r>
          </a:p>
          <a:p>
            <a:pPr marL="1314450" lvl="2" indent="-514350" eaLnBrk="1" hangingPunct="1">
              <a:lnSpc>
                <a:spcPct val="150000"/>
              </a:lnSpc>
              <a:buFont typeface="Wingdings" pitchFamily="2" charset="2"/>
              <a:buChar char="Ø"/>
            </a:pPr>
            <a:r>
              <a:rPr lang="en-US" sz="2000" dirty="0" smtClean="0">
                <a:solidFill>
                  <a:srgbClr val="17375E"/>
                </a:solidFill>
                <a:latin typeface="Khmer OS Metal Chrieng" pitchFamily="2" charset="0"/>
                <a:ea typeface="Khmer MEF2" pitchFamily="2" charset="0"/>
                <a:cs typeface="Khmer OS Metal Chrieng" pitchFamily="2" charset="0"/>
              </a:rPr>
              <a:t>Who is the contacting staff and Telephone number,</a:t>
            </a:r>
          </a:p>
          <a:p>
            <a:pPr marL="1314450" lvl="2" indent="-514350" eaLnBrk="1" hangingPunct="1">
              <a:lnSpc>
                <a:spcPct val="150000"/>
              </a:lnSpc>
              <a:buFont typeface="Wingdings" pitchFamily="2" charset="2"/>
              <a:buChar char="Ø"/>
            </a:pPr>
            <a:r>
              <a:rPr lang="en-US" sz="2000" dirty="0" smtClean="0">
                <a:solidFill>
                  <a:srgbClr val="17375E"/>
                </a:solidFill>
                <a:latin typeface="Khmer OS Metal Chrieng" pitchFamily="2" charset="0"/>
                <a:ea typeface="Khmer MEF2" pitchFamily="2" charset="0"/>
                <a:cs typeface="Khmer OS Metal Chrieng" pitchFamily="2" charset="0"/>
              </a:rPr>
              <a:t>The location of company.</a:t>
            </a:r>
            <a:endParaRPr lang="km-KH" sz="2000" dirty="0" smtClean="0">
              <a:solidFill>
                <a:srgbClr val="17375E"/>
              </a:solidFill>
              <a:latin typeface="Khmer OS Metal Chrieng" pitchFamily="2" charset="0"/>
              <a:ea typeface="Khmer MEF2" pitchFamily="2" charset="0"/>
              <a:cs typeface="Khmer OS Metal Chrieng" pitchFamily="2" charset="0"/>
            </a:endParaRPr>
          </a:p>
        </p:txBody>
      </p:sp>
      <p:sp>
        <p:nvSpPr>
          <p:cNvPr id="6" name="Title 1"/>
          <p:cNvSpPr>
            <a:spLocks noGrp="1"/>
          </p:cNvSpPr>
          <p:nvPr>
            <p:ph type="title"/>
          </p:nvPr>
        </p:nvSpPr>
        <p:spPr>
          <a:xfrm>
            <a:off x="552893" y="1440711"/>
            <a:ext cx="7809614" cy="838200"/>
          </a:xfrm>
        </p:spPr>
        <p:txBody>
          <a:bodyPr/>
          <a:lstStyle/>
          <a:p>
            <a:pPr marL="514350" lvl="2" indent="-514350" algn="l" eaLnBrk="1" hangingPunct="1">
              <a:lnSpc>
                <a:spcPct val="150000"/>
              </a:lnSpc>
            </a:pPr>
            <a:r>
              <a:rPr lang="km-KH" sz="3200" b="1" dirty="0">
                <a:solidFill>
                  <a:schemeClr val="accent6">
                    <a:lumMod val="50000"/>
                  </a:schemeClr>
                </a:solidFill>
                <a:latin typeface="Khmer MEF2" pitchFamily="2" charset="0"/>
                <a:ea typeface="Khmer MEF2" pitchFamily="2" charset="0"/>
                <a:cs typeface="Khmer MEF2" pitchFamily="2" charset="0"/>
              </a:rPr>
              <a:t>5</a:t>
            </a:r>
            <a:r>
              <a:rPr lang="ca-ES" sz="3200" b="1" dirty="0" smtClean="0">
                <a:solidFill>
                  <a:schemeClr val="accent6">
                    <a:lumMod val="50000"/>
                  </a:schemeClr>
                </a:solidFill>
                <a:latin typeface="Khmer MEF2" pitchFamily="2" charset="0"/>
                <a:ea typeface="Khmer MEF2" pitchFamily="2" charset="0"/>
                <a:cs typeface="Khmer MEF2" pitchFamily="2" charset="0"/>
              </a:rPr>
              <a:t>-1 </a:t>
            </a:r>
            <a:r>
              <a:rPr lang="ca-ES" sz="3200" b="1" dirty="0">
                <a:solidFill>
                  <a:schemeClr val="accent6">
                    <a:lumMod val="50000"/>
                  </a:schemeClr>
                </a:solidFill>
                <a:latin typeface="Khmer MEF2" pitchFamily="2" charset="0"/>
                <a:ea typeface="Khmer MEF2" pitchFamily="2" charset="0"/>
                <a:cs typeface="Khmer MEF2" pitchFamily="2" charset="0"/>
              </a:rPr>
              <a:t>Notification Letter</a:t>
            </a:r>
            <a:endParaRPr lang="km-KH" sz="3200" b="1" dirty="0">
              <a:solidFill>
                <a:schemeClr val="accent6">
                  <a:lumMod val="50000"/>
                </a:schemeClr>
              </a:solidFill>
              <a:latin typeface="Khmer MEF2" pitchFamily="2" charset="0"/>
              <a:ea typeface="Khmer MEF2" pitchFamily="2" charset="0"/>
              <a:cs typeface="Khmer MEF2" pitchFamily="2" charset="0"/>
            </a:endParaRPr>
          </a:p>
        </p:txBody>
      </p:sp>
    </p:spTree>
    <p:extLst>
      <p:ext uri="{BB962C8B-B14F-4D97-AF65-F5344CB8AC3E}">
        <p14:creationId xmlns:p14="http://schemas.microsoft.com/office/powerpoint/2010/main" val="1549717152"/>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A2C2F2A2-C04E-4524-9E13-26AC6DEB0749}" type="slidenum">
              <a:rPr lang="en-US" altLang="en-US" smtClean="0"/>
              <a:pPr/>
              <a:t>16</a:t>
            </a:fld>
            <a:endParaRPr lang="en-US" altLang="en-US" dirty="0"/>
          </a:p>
        </p:txBody>
      </p:sp>
      <p:sp>
        <p:nvSpPr>
          <p:cNvPr id="9" name="Rectangle 8"/>
          <p:cNvSpPr/>
          <p:nvPr/>
        </p:nvSpPr>
        <p:spPr>
          <a:xfrm>
            <a:off x="1580938" y="325920"/>
            <a:ext cx="5131745" cy="646331"/>
          </a:xfrm>
          <a:prstGeom prst="rect">
            <a:avLst/>
          </a:prstGeom>
        </p:spPr>
        <p:txBody>
          <a:bodyPr wrap="square">
            <a:spAutoFit/>
          </a:bodyPr>
          <a:lstStyle/>
          <a:p>
            <a:r>
              <a:rPr lang="km-KH"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r>
              <a:rPr lang="ca-E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Flow of PCA</a:t>
            </a:r>
          </a:p>
        </p:txBody>
      </p:sp>
      <p:sp>
        <p:nvSpPr>
          <p:cNvPr id="5" name="Content Placeholder 2"/>
          <p:cNvSpPr>
            <a:spLocks noGrp="1"/>
          </p:cNvSpPr>
          <p:nvPr>
            <p:ph idx="1"/>
          </p:nvPr>
        </p:nvSpPr>
        <p:spPr>
          <a:xfrm>
            <a:off x="306572" y="2252368"/>
            <a:ext cx="8610600" cy="4191000"/>
          </a:xfrm>
        </p:spPr>
        <p:txBody>
          <a:bodyPr>
            <a:normAutofit/>
          </a:bodyPr>
          <a:lstStyle/>
          <a:p>
            <a:pPr marL="629920" lvl="2" indent="-355600">
              <a:lnSpc>
                <a:spcPct val="200000"/>
              </a:lnSpc>
              <a:buFont typeface="Arial" pitchFamily="34" charset="0"/>
              <a:buChar char="•"/>
              <a:defRPr/>
            </a:pPr>
            <a:r>
              <a:rPr lang="ca-ES" altLang="zh-CN" sz="2800" dirty="0" smtClean="0">
                <a:solidFill>
                  <a:schemeClr val="tx2">
                    <a:lumMod val="75000"/>
                  </a:schemeClr>
                </a:solidFill>
                <a:latin typeface="Khmer OS Metal Chrieng" pitchFamily="2" charset="0"/>
                <a:ea typeface="Khmer MEF2" pitchFamily="2" charset="0"/>
                <a:cs typeface="Khmer OS Metal Chrieng" pitchFamily="2" charset="0"/>
              </a:rPr>
              <a:t>Pre-meeting at local PCA unit</a:t>
            </a:r>
          </a:p>
          <a:p>
            <a:pPr marL="629920" lvl="2" indent="-355600">
              <a:lnSpc>
                <a:spcPct val="200000"/>
              </a:lnSpc>
              <a:buFont typeface="Arial" pitchFamily="34" charset="0"/>
              <a:buChar char="•"/>
              <a:defRPr/>
            </a:pPr>
            <a:r>
              <a:rPr lang="ca-ES" altLang="zh-CN" sz="2800" dirty="0" smtClean="0">
                <a:solidFill>
                  <a:schemeClr val="tx2">
                    <a:lumMod val="75000"/>
                  </a:schemeClr>
                </a:solidFill>
                <a:latin typeface="Khmer OS Metal Chrieng" pitchFamily="2" charset="0"/>
                <a:ea typeface="Khmer MEF2" pitchFamily="2" charset="0"/>
                <a:cs typeface="Khmer OS Metal Chrieng" pitchFamily="2" charset="0"/>
              </a:rPr>
              <a:t>Preparation of Statistic figure, documents related,</a:t>
            </a:r>
          </a:p>
          <a:p>
            <a:pPr marL="629920" lvl="2" indent="-355600">
              <a:lnSpc>
                <a:spcPct val="200000"/>
              </a:lnSpc>
              <a:defRPr/>
            </a:pPr>
            <a:r>
              <a:rPr lang="ca-ES" altLang="zh-CN" sz="2800" dirty="0" smtClean="0">
                <a:solidFill>
                  <a:schemeClr val="tx2">
                    <a:lumMod val="75000"/>
                  </a:schemeClr>
                </a:solidFill>
                <a:latin typeface="Khmer OS Metal Chrieng" pitchFamily="2" charset="0"/>
                <a:ea typeface="Khmer MEF2" pitchFamily="2" charset="0"/>
                <a:cs typeface="Khmer OS Metal Chrieng" pitchFamily="2" charset="0"/>
              </a:rPr>
              <a:t>Find out </a:t>
            </a:r>
            <a:r>
              <a:rPr lang="ca-ES" altLang="zh-CN" sz="2800" dirty="0">
                <a:solidFill>
                  <a:schemeClr val="tx2">
                    <a:lumMod val="75000"/>
                  </a:schemeClr>
                </a:solidFill>
                <a:latin typeface="Khmer OS Metal Chrieng" pitchFamily="2" charset="0"/>
                <a:ea typeface="Khmer MEF2" pitchFamily="2" charset="0"/>
                <a:cs typeface="Khmer OS Metal Chrieng" pitchFamily="2" charset="0"/>
              </a:rPr>
              <a:t>the </a:t>
            </a:r>
            <a:r>
              <a:rPr lang="ca-ES" altLang="zh-CN" sz="2800" dirty="0" smtClean="0">
                <a:solidFill>
                  <a:schemeClr val="tx2">
                    <a:lumMod val="75000"/>
                  </a:schemeClr>
                </a:solidFill>
                <a:latin typeface="Khmer OS Metal Chrieng" pitchFamily="2" charset="0"/>
                <a:ea typeface="Khmer MEF2" pitchFamily="2" charset="0"/>
                <a:cs typeface="Khmer OS Metal Chrieng" pitchFamily="2" charset="0"/>
              </a:rPr>
              <a:t>suspicious points </a:t>
            </a:r>
          </a:p>
          <a:p>
            <a:pPr marL="629920" lvl="2" indent="-355600">
              <a:lnSpc>
                <a:spcPct val="200000"/>
              </a:lnSpc>
              <a:buFont typeface="Arial" pitchFamily="34" charset="0"/>
              <a:buChar char="•"/>
              <a:defRPr/>
            </a:pPr>
            <a:r>
              <a:rPr lang="ca-ES" altLang="zh-CN" sz="2800" dirty="0" smtClean="0">
                <a:solidFill>
                  <a:schemeClr val="tx2">
                    <a:lumMod val="75000"/>
                  </a:schemeClr>
                </a:solidFill>
                <a:latin typeface="Khmer OS Metal Chrieng" pitchFamily="2" charset="0"/>
                <a:ea typeface="Khmer MEF2" pitchFamily="2" charset="0"/>
                <a:cs typeface="Khmer OS Metal Chrieng" pitchFamily="2" charset="0"/>
              </a:rPr>
              <a:t>Prepare questionair to ask</a:t>
            </a:r>
          </a:p>
          <a:p>
            <a:pPr marL="629920" lvl="2" indent="-355600">
              <a:lnSpc>
                <a:spcPct val="130000"/>
              </a:lnSpc>
              <a:buFont typeface="Arial" pitchFamily="34" charset="0"/>
              <a:buChar char="•"/>
              <a:defRPr/>
            </a:pPr>
            <a:endParaRPr lang="en-GB" altLang="zh-CN" sz="1700" dirty="0" smtClean="0">
              <a:solidFill>
                <a:schemeClr val="tx2">
                  <a:lumMod val="75000"/>
                </a:schemeClr>
              </a:solidFill>
              <a:latin typeface="Khmer OS Metal Chrieng" pitchFamily="2" charset="0"/>
              <a:ea typeface="Khmer MEF2" pitchFamily="2" charset="0"/>
              <a:cs typeface="Khmer OS Metal Chrieng" pitchFamily="2" charset="0"/>
            </a:endParaRPr>
          </a:p>
        </p:txBody>
      </p:sp>
      <p:sp>
        <p:nvSpPr>
          <p:cNvPr id="6" name="Title 1"/>
          <p:cNvSpPr txBox="1">
            <a:spLocks/>
          </p:cNvSpPr>
          <p:nvPr/>
        </p:nvSpPr>
        <p:spPr bwMode="auto">
          <a:xfrm>
            <a:off x="552892" y="1384005"/>
            <a:ext cx="7754679" cy="7921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514350" lvl="2" indent="-514350" algn="l" eaLnBrk="1" hangingPunct="1">
              <a:lnSpc>
                <a:spcPct val="150000"/>
              </a:lnSpc>
            </a:pPr>
            <a:r>
              <a:rPr lang="km-KH" sz="3200" b="1" dirty="0">
                <a:solidFill>
                  <a:schemeClr val="accent6">
                    <a:lumMod val="50000"/>
                  </a:schemeClr>
                </a:solidFill>
                <a:latin typeface="Khmer MEF2" pitchFamily="2" charset="0"/>
                <a:ea typeface="Khmer MEF2" pitchFamily="2" charset="0"/>
                <a:cs typeface="Khmer MEF2" pitchFamily="2" charset="0"/>
              </a:rPr>
              <a:t>5</a:t>
            </a:r>
            <a:r>
              <a:rPr lang="en-US" sz="3200" b="1" dirty="0" smtClean="0">
                <a:solidFill>
                  <a:schemeClr val="accent6">
                    <a:lumMod val="50000"/>
                  </a:schemeClr>
                </a:solidFill>
                <a:latin typeface="Khmer MEF2" pitchFamily="2" charset="0"/>
                <a:ea typeface="Khmer MEF2" pitchFamily="2" charset="0"/>
                <a:cs typeface="Khmer MEF2" pitchFamily="2" charset="0"/>
              </a:rPr>
              <a:t>-2 </a:t>
            </a:r>
            <a:r>
              <a:rPr lang="ca-ES" sz="3200" b="1" dirty="0">
                <a:solidFill>
                  <a:schemeClr val="accent6">
                    <a:lumMod val="50000"/>
                  </a:schemeClr>
                </a:solidFill>
                <a:latin typeface="Khmer MEF2" pitchFamily="2" charset="0"/>
                <a:ea typeface="Khmer MEF2" pitchFamily="2" charset="0"/>
                <a:cs typeface="Khmer MEF2" pitchFamily="2" charset="0"/>
              </a:rPr>
              <a:t>Pre-Audit</a:t>
            </a:r>
          </a:p>
        </p:txBody>
      </p:sp>
    </p:spTree>
    <p:extLst>
      <p:ext uri="{BB962C8B-B14F-4D97-AF65-F5344CB8AC3E}">
        <p14:creationId xmlns:p14="http://schemas.microsoft.com/office/powerpoint/2010/main" val="1838364842"/>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A2C2F2A2-C04E-4524-9E13-26AC6DEB0749}" type="slidenum">
              <a:rPr lang="en-US" altLang="en-US" smtClean="0"/>
              <a:pPr/>
              <a:t>17</a:t>
            </a:fld>
            <a:endParaRPr lang="en-US" altLang="en-US" dirty="0"/>
          </a:p>
        </p:txBody>
      </p:sp>
      <p:sp>
        <p:nvSpPr>
          <p:cNvPr id="9" name="Rectangle 8"/>
          <p:cNvSpPr/>
          <p:nvPr/>
        </p:nvSpPr>
        <p:spPr>
          <a:xfrm>
            <a:off x="1580938" y="325920"/>
            <a:ext cx="5131745" cy="646331"/>
          </a:xfrm>
          <a:prstGeom prst="rect">
            <a:avLst/>
          </a:prstGeom>
        </p:spPr>
        <p:txBody>
          <a:bodyPr wrap="square">
            <a:spAutoFit/>
          </a:bodyPr>
          <a:lstStyle/>
          <a:p>
            <a:r>
              <a:rPr lang="km-KH"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r>
              <a:rPr lang="ca-E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Flow of PCA</a:t>
            </a:r>
          </a:p>
        </p:txBody>
      </p:sp>
      <p:sp>
        <p:nvSpPr>
          <p:cNvPr id="5" name="Title 1"/>
          <p:cNvSpPr>
            <a:spLocks noGrp="1"/>
          </p:cNvSpPr>
          <p:nvPr>
            <p:ph type="title"/>
          </p:nvPr>
        </p:nvSpPr>
        <p:spPr>
          <a:xfrm>
            <a:off x="-467833" y="1453117"/>
            <a:ext cx="8926033" cy="762000"/>
          </a:xfrm>
        </p:spPr>
        <p:txBody>
          <a:bodyPr rtlCol="0">
            <a:noAutofit/>
          </a:bodyPr>
          <a:lstStyle/>
          <a:p>
            <a:pPr marL="1314450" lvl="2" indent="-514350" algn="l" eaLnBrk="1" hangingPunct="1">
              <a:lnSpc>
                <a:spcPct val="150000"/>
              </a:lnSpc>
            </a:pPr>
            <a:r>
              <a:rPr lang="km-KH" sz="3200" b="1" kern="1200" dirty="0">
                <a:solidFill>
                  <a:schemeClr val="accent6">
                    <a:lumMod val="50000"/>
                  </a:schemeClr>
                </a:solidFill>
                <a:latin typeface="Khmer MEF2" pitchFamily="2" charset="0"/>
                <a:ea typeface="Khmer MEF2" pitchFamily="2" charset="0"/>
                <a:cs typeface="Khmer MEF2" pitchFamily="2" charset="0"/>
              </a:rPr>
              <a:t>5</a:t>
            </a:r>
            <a:r>
              <a:rPr lang="en-US" sz="3200" b="1" kern="1200" dirty="0" smtClean="0">
                <a:solidFill>
                  <a:schemeClr val="accent6">
                    <a:lumMod val="50000"/>
                  </a:schemeClr>
                </a:solidFill>
                <a:latin typeface="Khmer MEF2" pitchFamily="2" charset="0"/>
                <a:ea typeface="Khmer MEF2" pitchFamily="2" charset="0"/>
                <a:cs typeface="Khmer MEF2" pitchFamily="2" charset="0"/>
              </a:rPr>
              <a:t>-3 </a:t>
            </a:r>
            <a:r>
              <a:rPr lang="ca-ES" sz="3200" b="1" kern="1200" dirty="0" smtClean="0">
                <a:solidFill>
                  <a:schemeClr val="accent6">
                    <a:lumMod val="50000"/>
                  </a:schemeClr>
                </a:solidFill>
                <a:latin typeface="Khmer MEF2" pitchFamily="2" charset="0"/>
                <a:ea typeface="Khmer MEF2" pitchFamily="2" charset="0"/>
                <a:cs typeface="Khmer MEF2" pitchFamily="2" charset="0"/>
              </a:rPr>
              <a:t>File Audit </a:t>
            </a:r>
            <a:endParaRPr lang="ca-ES" sz="3200" b="1" kern="1200" dirty="0">
              <a:solidFill>
                <a:schemeClr val="accent6">
                  <a:lumMod val="50000"/>
                </a:schemeClr>
              </a:solidFill>
              <a:latin typeface="Khmer MEF2" pitchFamily="2" charset="0"/>
              <a:ea typeface="Khmer MEF2" pitchFamily="2" charset="0"/>
              <a:cs typeface="Khmer MEF2" pitchFamily="2" charset="0"/>
            </a:endParaRPr>
          </a:p>
        </p:txBody>
      </p:sp>
      <p:sp>
        <p:nvSpPr>
          <p:cNvPr id="6" name="Content Placeholder 2"/>
          <p:cNvSpPr>
            <a:spLocks noGrp="1"/>
          </p:cNvSpPr>
          <p:nvPr>
            <p:ph idx="1"/>
          </p:nvPr>
        </p:nvSpPr>
        <p:spPr>
          <a:xfrm>
            <a:off x="372139" y="2009554"/>
            <a:ext cx="8458200" cy="5715000"/>
          </a:xfrm>
        </p:spPr>
        <p:txBody>
          <a:bodyPr>
            <a:normAutofit/>
          </a:bodyPr>
          <a:lstStyle/>
          <a:p>
            <a:pPr marL="629920" lvl="2" indent="-355600">
              <a:lnSpc>
                <a:spcPct val="150000"/>
              </a:lnSpc>
              <a:buFont typeface="Arial" pitchFamily="34" charset="0"/>
              <a:buChar char="•"/>
              <a:defRPr/>
            </a:pPr>
            <a:r>
              <a:rPr lang="ca-ES" sz="2000" dirty="0" smtClean="0">
                <a:solidFill>
                  <a:schemeClr val="tx2">
                    <a:lumMod val="75000"/>
                  </a:schemeClr>
                </a:solidFill>
                <a:latin typeface="Khmer OS Metal Chrieng" pitchFamily="2" charset="0"/>
                <a:cs typeface="Khmer OS Metal Chrieng" pitchFamily="2" charset="0"/>
              </a:rPr>
              <a:t>Show the PCA mission letter,</a:t>
            </a:r>
          </a:p>
          <a:p>
            <a:pPr marL="629920" lvl="2" indent="-355600">
              <a:lnSpc>
                <a:spcPct val="150000"/>
              </a:lnSpc>
              <a:buFont typeface="Arial" pitchFamily="34" charset="0"/>
              <a:buChar char="•"/>
              <a:defRPr/>
            </a:pPr>
            <a:r>
              <a:rPr lang="en-US" sz="2000" dirty="0" smtClean="0">
                <a:solidFill>
                  <a:schemeClr val="tx2">
                    <a:lumMod val="75000"/>
                  </a:schemeClr>
                </a:solidFill>
                <a:latin typeface="Khmer OS Metal Chrieng" pitchFamily="2" charset="0"/>
                <a:cs typeface="Khmer OS Metal Chrieng" pitchFamily="2" charset="0"/>
              </a:rPr>
              <a:t>First meeting and provide s</a:t>
            </a:r>
            <a:r>
              <a:rPr lang="ca-ES" sz="2000" dirty="0" smtClean="0">
                <a:solidFill>
                  <a:schemeClr val="tx2">
                    <a:lumMod val="75000"/>
                  </a:schemeClr>
                </a:solidFill>
                <a:latin typeface="Khmer OS Metal Chrieng" pitchFamily="2" charset="0"/>
                <a:cs typeface="Khmer OS Metal Chrieng" pitchFamily="2" charset="0"/>
              </a:rPr>
              <a:t>hort presentation on Law and regulation related PCA mechanism,</a:t>
            </a:r>
          </a:p>
          <a:p>
            <a:pPr marL="629920" lvl="2" indent="-355600">
              <a:lnSpc>
                <a:spcPct val="150000"/>
              </a:lnSpc>
              <a:buFont typeface="Arial" pitchFamily="34" charset="0"/>
              <a:buChar char="•"/>
              <a:defRPr/>
            </a:pPr>
            <a:r>
              <a:rPr lang="ca-ES" sz="2000" dirty="0" smtClean="0">
                <a:solidFill>
                  <a:schemeClr val="tx2">
                    <a:lumMod val="75000"/>
                  </a:schemeClr>
                </a:solidFill>
                <a:latin typeface="Khmer OS Metal Chrieng" pitchFamily="2" charset="0"/>
                <a:cs typeface="Khmer OS Metal Chrieng" pitchFamily="2" charset="0"/>
              </a:rPr>
              <a:t>Request Auditee to</a:t>
            </a:r>
          </a:p>
          <a:p>
            <a:pPr marL="1087120" lvl="3" indent="-355600">
              <a:lnSpc>
                <a:spcPct val="150000"/>
              </a:lnSpc>
              <a:buFont typeface="Wingdings" pitchFamily="2" charset="2"/>
              <a:buChar char="Ø"/>
              <a:defRPr/>
            </a:pPr>
            <a:r>
              <a:rPr lang="ca-ES" sz="1600" dirty="0" smtClean="0">
                <a:solidFill>
                  <a:schemeClr val="tx2">
                    <a:lumMod val="75000"/>
                  </a:schemeClr>
                </a:solidFill>
                <a:latin typeface="Khmer OS Metal Chrieng" pitchFamily="2" charset="0"/>
                <a:cs typeface="Khmer OS Metal Chrieng" pitchFamily="2" charset="0"/>
              </a:rPr>
              <a:t>Explain the company structure or Flow of document</a:t>
            </a:r>
          </a:p>
          <a:p>
            <a:pPr marL="1087120" lvl="3" indent="-355600">
              <a:lnSpc>
                <a:spcPct val="150000"/>
              </a:lnSpc>
              <a:buFont typeface="Wingdings" pitchFamily="2" charset="2"/>
              <a:buChar char="Ø"/>
              <a:defRPr/>
            </a:pPr>
            <a:r>
              <a:rPr lang="ca-ES" sz="1600" dirty="0" smtClean="0">
                <a:solidFill>
                  <a:schemeClr val="tx2">
                    <a:lumMod val="75000"/>
                  </a:schemeClr>
                </a:solidFill>
                <a:latin typeface="Khmer OS Metal Chrieng" pitchFamily="2" charset="0"/>
                <a:cs typeface="Khmer OS Metal Chrieng" pitchFamily="2" charset="0"/>
              </a:rPr>
              <a:t>Show related documents and Ask suspicius points</a:t>
            </a:r>
          </a:p>
          <a:p>
            <a:pPr marL="1087120" lvl="3" indent="-355600">
              <a:lnSpc>
                <a:spcPct val="150000"/>
              </a:lnSpc>
              <a:buFont typeface="Wingdings" pitchFamily="2" charset="2"/>
              <a:buChar char="Ø"/>
              <a:defRPr/>
            </a:pPr>
            <a:r>
              <a:rPr lang="ca-ES" sz="1600" dirty="0" smtClean="0">
                <a:solidFill>
                  <a:schemeClr val="tx2">
                    <a:lumMod val="75000"/>
                  </a:schemeClr>
                </a:solidFill>
                <a:latin typeface="Khmer OS Metal Chrieng" pitchFamily="2" charset="0"/>
                <a:cs typeface="Khmer OS Metal Chrieng" pitchFamily="2" charset="0"/>
              </a:rPr>
              <a:t>Explain further in case of unclear</a:t>
            </a:r>
          </a:p>
          <a:p>
            <a:pPr marL="1087120" lvl="3" indent="-355600">
              <a:lnSpc>
                <a:spcPct val="150000"/>
              </a:lnSpc>
              <a:buFont typeface="Wingdings" pitchFamily="2" charset="2"/>
              <a:buChar char="Ø"/>
              <a:defRPr/>
            </a:pPr>
            <a:r>
              <a:rPr lang="ca-ES" sz="1600" dirty="0" smtClean="0">
                <a:solidFill>
                  <a:schemeClr val="tx2">
                    <a:lumMod val="75000"/>
                  </a:schemeClr>
                </a:solidFill>
                <a:latin typeface="Khmer OS Metal Chrieng" pitchFamily="2" charset="0"/>
                <a:cs typeface="Khmer OS Metal Chrieng" pitchFamily="2" charset="0"/>
              </a:rPr>
              <a:t>Show further related documents </a:t>
            </a:r>
          </a:p>
          <a:p>
            <a:pPr marL="629920" lvl="2" indent="-355600">
              <a:lnSpc>
                <a:spcPct val="150000"/>
              </a:lnSpc>
              <a:buFont typeface="Arial" pitchFamily="34" charset="0"/>
              <a:buChar char="•"/>
              <a:defRPr/>
            </a:pPr>
            <a:r>
              <a:rPr lang="ca-ES" sz="2000" dirty="0" smtClean="0">
                <a:solidFill>
                  <a:schemeClr val="tx2">
                    <a:lumMod val="75000"/>
                  </a:schemeClr>
                </a:solidFill>
                <a:latin typeface="Khmer OS Metal Chrieng" pitchFamily="2" charset="0"/>
                <a:cs typeface="Khmer OS Metal Chrieng" pitchFamily="2" charset="0"/>
              </a:rPr>
              <a:t>Warehouse Inspection</a:t>
            </a:r>
          </a:p>
          <a:p>
            <a:pPr marL="629920" lvl="2" indent="-355600">
              <a:lnSpc>
                <a:spcPct val="150000"/>
              </a:lnSpc>
              <a:buFont typeface="Arial" pitchFamily="34" charset="0"/>
              <a:buChar char="•"/>
              <a:defRPr/>
            </a:pPr>
            <a:r>
              <a:rPr lang="ca-ES" sz="2000" dirty="0" smtClean="0">
                <a:solidFill>
                  <a:schemeClr val="tx2">
                    <a:lumMod val="75000"/>
                  </a:schemeClr>
                </a:solidFill>
                <a:latin typeface="Khmer OS Metal Chrieng" pitchFamily="2" charset="0"/>
                <a:cs typeface="Khmer OS Metal Chrieng" pitchFamily="2" charset="0"/>
              </a:rPr>
              <a:t>Request to keep or rental</a:t>
            </a:r>
            <a:r>
              <a:rPr lang="ca-ES" sz="2000" dirty="0" smtClean="0">
                <a:solidFill>
                  <a:srgbClr val="FF0000"/>
                </a:solidFill>
                <a:latin typeface="Khmer OS Metal Chrieng" pitchFamily="2" charset="0"/>
                <a:cs typeface="Khmer OS Metal Chrieng" pitchFamily="2" charset="0"/>
              </a:rPr>
              <a:t> </a:t>
            </a:r>
            <a:r>
              <a:rPr lang="ca-ES" sz="2000" dirty="0" smtClean="0">
                <a:solidFill>
                  <a:schemeClr val="tx2">
                    <a:lumMod val="75000"/>
                  </a:schemeClr>
                </a:solidFill>
                <a:latin typeface="Khmer OS Metal Chrieng" pitchFamily="2" charset="0"/>
                <a:cs typeface="Khmer OS Metal Chrieng" pitchFamily="2" charset="0"/>
              </a:rPr>
              <a:t>booking record</a:t>
            </a:r>
          </a:p>
          <a:p>
            <a:pPr marL="629920" lvl="2" indent="-355600">
              <a:lnSpc>
                <a:spcPct val="150000"/>
              </a:lnSpc>
              <a:buFont typeface="Arial" pitchFamily="34" charset="0"/>
              <a:buChar char="•"/>
              <a:defRPr/>
            </a:pPr>
            <a:endParaRPr lang="ca-ES" sz="1600" dirty="0">
              <a:solidFill>
                <a:schemeClr val="tx2">
                  <a:lumMod val="75000"/>
                </a:schemeClr>
              </a:solidFill>
              <a:latin typeface="Khmer OS Metal Chrieng" pitchFamily="2" charset="0"/>
              <a:cs typeface="Khmer OS Metal Chrieng" pitchFamily="2" charset="0"/>
            </a:endParaRPr>
          </a:p>
        </p:txBody>
      </p:sp>
    </p:spTree>
    <p:extLst>
      <p:ext uri="{BB962C8B-B14F-4D97-AF65-F5344CB8AC3E}">
        <p14:creationId xmlns:p14="http://schemas.microsoft.com/office/powerpoint/2010/main" val="2382616661"/>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A2C2F2A2-C04E-4524-9E13-26AC6DEB0749}" type="slidenum">
              <a:rPr lang="en-US" altLang="en-US" smtClean="0"/>
              <a:pPr/>
              <a:t>18</a:t>
            </a:fld>
            <a:endParaRPr lang="en-US" altLang="en-US" dirty="0"/>
          </a:p>
        </p:txBody>
      </p:sp>
      <p:sp>
        <p:nvSpPr>
          <p:cNvPr id="9" name="Rectangle 8"/>
          <p:cNvSpPr/>
          <p:nvPr/>
        </p:nvSpPr>
        <p:spPr>
          <a:xfrm>
            <a:off x="1580938" y="325920"/>
            <a:ext cx="5131745" cy="646331"/>
          </a:xfrm>
          <a:prstGeom prst="rect">
            <a:avLst/>
          </a:prstGeom>
        </p:spPr>
        <p:txBody>
          <a:bodyPr wrap="square">
            <a:spAutoFit/>
          </a:bodyPr>
          <a:lstStyle/>
          <a:p>
            <a:r>
              <a:rPr lang="km-KH"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r>
              <a:rPr lang="ca-E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Flow of PCA</a:t>
            </a:r>
          </a:p>
        </p:txBody>
      </p:sp>
      <p:sp>
        <p:nvSpPr>
          <p:cNvPr id="5" name="Content Placeholder 2"/>
          <p:cNvSpPr>
            <a:spLocks noGrp="1"/>
          </p:cNvSpPr>
          <p:nvPr>
            <p:ph idx="1"/>
          </p:nvPr>
        </p:nvSpPr>
        <p:spPr>
          <a:xfrm>
            <a:off x="585581" y="2169704"/>
            <a:ext cx="7877935" cy="4082241"/>
          </a:xfrm>
        </p:spPr>
        <p:txBody>
          <a:bodyPr/>
          <a:lstStyle/>
          <a:p>
            <a:pPr>
              <a:lnSpc>
                <a:spcPct val="200000"/>
              </a:lnSpc>
            </a:pPr>
            <a:r>
              <a:rPr lang="ca-ES" sz="2400" dirty="0" smtClean="0">
                <a:solidFill>
                  <a:schemeClr val="tx2"/>
                </a:solidFill>
                <a:latin typeface="Khmer OS Metal Chrieng" pitchFamily="2" charset="0"/>
                <a:cs typeface="Khmer OS Metal Chrieng" pitchFamily="2" charset="0"/>
              </a:rPr>
              <a:t>Issue a temporary result (</a:t>
            </a:r>
            <a:r>
              <a:rPr lang="en-US" sz="2400" dirty="0" smtClean="0">
                <a:solidFill>
                  <a:schemeClr val="tx2"/>
                </a:solidFill>
                <a:latin typeface="Khmer OS Metal Chrieng" pitchFamily="2" charset="0"/>
                <a:cs typeface="Khmer OS Metal Chrieng" pitchFamily="2" charset="0"/>
              </a:rPr>
              <a:t>Form 8</a:t>
            </a:r>
            <a:r>
              <a:rPr lang="ca-ES" sz="2400" dirty="0" smtClean="0">
                <a:solidFill>
                  <a:schemeClr val="tx2"/>
                </a:solidFill>
                <a:latin typeface="Khmer OS Metal Chrieng" pitchFamily="2" charset="0"/>
                <a:cs typeface="Khmer OS Metal Chrieng" pitchFamily="2" charset="0"/>
              </a:rPr>
              <a:t>),</a:t>
            </a:r>
          </a:p>
          <a:p>
            <a:pPr>
              <a:lnSpc>
                <a:spcPct val="200000"/>
              </a:lnSpc>
            </a:pPr>
            <a:r>
              <a:rPr lang="ca-ES" sz="2400" dirty="0" smtClean="0">
                <a:solidFill>
                  <a:schemeClr val="tx2"/>
                </a:solidFill>
                <a:latin typeface="Khmer OS Metal Chrieng" pitchFamily="2" charset="0"/>
                <a:cs typeface="Khmer OS Metal Chrieng" pitchFamily="2" charset="0"/>
              </a:rPr>
              <a:t>Issue a comparison Table,</a:t>
            </a:r>
          </a:p>
          <a:p>
            <a:pPr>
              <a:lnSpc>
                <a:spcPct val="200000"/>
              </a:lnSpc>
            </a:pPr>
            <a:r>
              <a:rPr lang="ca-ES" sz="2400" dirty="0" smtClean="0">
                <a:solidFill>
                  <a:schemeClr val="tx2"/>
                </a:solidFill>
                <a:latin typeface="Khmer OS Metal Chrieng" pitchFamily="2" charset="0"/>
                <a:cs typeface="Khmer OS Metal Chrieng" pitchFamily="2" charset="0"/>
              </a:rPr>
              <a:t>Final </a:t>
            </a:r>
            <a:r>
              <a:rPr lang="ca-ES" sz="2400" dirty="0">
                <a:solidFill>
                  <a:schemeClr val="tx2"/>
                </a:solidFill>
                <a:latin typeface="Khmer OS Metal Chrieng" pitchFamily="2" charset="0"/>
                <a:cs typeface="Khmer OS Metal Chrieng" pitchFamily="2" charset="0"/>
              </a:rPr>
              <a:t>meeting to explain a result of PCA</a:t>
            </a:r>
            <a:r>
              <a:rPr lang="ca-ES" sz="2400" dirty="0" smtClean="0">
                <a:solidFill>
                  <a:schemeClr val="tx2"/>
                </a:solidFill>
                <a:latin typeface="Khmer OS Metal Chrieng" pitchFamily="2" charset="0"/>
                <a:cs typeface="Khmer OS Metal Chrieng" pitchFamily="2" charset="0"/>
              </a:rPr>
              <a:t>,</a:t>
            </a:r>
          </a:p>
          <a:p>
            <a:pPr>
              <a:lnSpc>
                <a:spcPct val="200000"/>
              </a:lnSpc>
            </a:pPr>
            <a:r>
              <a:rPr lang="ca-ES" sz="2400" dirty="0" smtClean="0">
                <a:solidFill>
                  <a:schemeClr val="tx2"/>
                </a:solidFill>
                <a:latin typeface="Khmer OS Metal Chrieng" pitchFamily="2" charset="0"/>
                <a:cs typeface="Khmer OS Metal Chrieng" pitchFamily="2" charset="0"/>
              </a:rPr>
              <a:t>Minuts of meeting,</a:t>
            </a:r>
          </a:p>
          <a:p>
            <a:pPr>
              <a:lnSpc>
                <a:spcPct val="200000"/>
              </a:lnSpc>
            </a:pPr>
            <a:r>
              <a:rPr lang="ca-ES" sz="2400" dirty="0" smtClean="0">
                <a:solidFill>
                  <a:schemeClr val="tx2"/>
                </a:solidFill>
                <a:latin typeface="Khmer OS Metal Chrieng" pitchFamily="2" charset="0"/>
                <a:cs typeface="Khmer OS Metal Chrieng" pitchFamily="2" charset="0"/>
              </a:rPr>
              <a:t>Issue Customs offense record.</a:t>
            </a:r>
            <a:endParaRPr lang="en-US" sz="2400" dirty="0">
              <a:solidFill>
                <a:schemeClr val="tx2"/>
              </a:solidFill>
              <a:latin typeface="Khmer OS Metal Chrieng" pitchFamily="2" charset="0"/>
              <a:cs typeface="Khmer OS Metal Chrieng" pitchFamily="2" charset="0"/>
            </a:endParaRPr>
          </a:p>
        </p:txBody>
      </p:sp>
      <p:sp>
        <p:nvSpPr>
          <p:cNvPr id="6" name="TextBox 5"/>
          <p:cNvSpPr txBox="1"/>
          <p:nvPr/>
        </p:nvSpPr>
        <p:spPr>
          <a:xfrm>
            <a:off x="341033" y="1683489"/>
            <a:ext cx="5872947" cy="646331"/>
          </a:xfrm>
          <a:prstGeom prst="rect">
            <a:avLst/>
          </a:prstGeom>
          <a:noFill/>
        </p:spPr>
        <p:txBody>
          <a:bodyPr wrap="square" rtlCol="0">
            <a:spAutoFit/>
          </a:bodyPr>
          <a:lstStyle/>
          <a:p>
            <a:r>
              <a:rPr lang="km-KH" sz="3600" b="1" dirty="0">
                <a:solidFill>
                  <a:schemeClr val="accent6">
                    <a:lumMod val="50000"/>
                  </a:schemeClr>
                </a:solidFill>
                <a:latin typeface="Khmer MEF2" pitchFamily="2" charset="0"/>
                <a:ea typeface="Khmer MEF2" pitchFamily="2" charset="0"/>
                <a:cs typeface="Khmer MEF2" pitchFamily="2" charset="0"/>
              </a:rPr>
              <a:t>5</a:t>
            </a:r>
            <a:r>
              <a:rPr lang="en-US" sz="3600" b="1" dirty="0" smtClean="0">
                <a:solidFill>
                  <a:schemeClr val="accent6">
                    <a:lumMod val="50000"/>
                  </a:schemeClr>
                </a:solidFill>
                <a:latin typeface="Khmer MEF2" pitchFamily="2" charset="0"/>
                <a:ea typeface="Khmer MEF2" pitchFamily="2" charset="0"/>
                <a:cs typeface="Khmer MEF2" pitchFamily="2" charset="0"/>
              </a:rPr>
              <a:t>-4 </a:t>
            </a:r>
            <a:r>
              <a:rPr lang="en-US" sz="3600" b="1" dirty="0">
                <a:solidFill>
                  <a:schemeClr val="accent6">
                    <a:lumMod val="50000"/>
                  </a:schemeClr>
                </a:solidFill>
                <a:latin typeface="Khmer MEF2" pitchFamily="2" charset="0"/>
                <a:ea typeface="Khmer MEF2" pitchFamily="2" charset="0"/>
                <a:cs typeface="Khmer MEF2" pitchFamily="2" charset="0"/>
              </a:rPr>
              <a:t>Result of Audit</a:t>
            </a:r>
            <a:endParaRPr lang="en-US" sz="3600" dirty="0"/>
          </a:p>
        </p:txBody>
      </p:sp>
    </p:spTree>
    <p:extLst>
      <p:ext uri="{BB962C8B-B14F-4D97-AF65-F5344CB8AC3E}">
        <p14:creationId xmlns:p14="http://schemas.microsoft.com/office/powerpoint/2010/main" val="3481590565"/>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A2C2F2A2-C04E-4524-9E13-26AC6DEB0749}" type="slidenum">
              <a:rPr lang="en-US" altLang="en-US" smtClean="0"/>
              <a:pPr/>
              <a:t>19</a:t>
            </a:fld>
            <a:endParaRPr lang="en-US" altLang="en-US" dirty="0"/>
          </a:p>
        </p:txBody>
      </p:sp>
      <p:sp>
        <p:nvSpPr>
          <p:cNvPr id="9" name="Rectangle 8"/>
          <p:cNvSpPr/>
          <p:nvPr/>
        </p:nvSpPr>
        <p:spPr>
          <a:xfrm>
            <a:off x="1580938" y="325920"/>
            <a:ext cx="5131745" cy="646331"/>
          </a:xfrm>
          <a:prstGeom prst="rect">
            <a:avLst/>
          </a:prstGeom>
        </p:spPr>
        <p:txBody>
          <a:bodyPr wrap="square">
            <a:spAutoFit/>
          </a:bodyPr>
          <a:lstStyle/>
          <a:p>
            <a:r>
              <a:rPr lang="km-KH" sz="3600" b="1" dirty="0" smtClean="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r>
              <a:rPr lang="ca-E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Flow of PCA</a:t>
            </a:r>
          </a:p>
        </p:txBody>
      </p:sp>
      <p:sp>
        <p:nvSpPr>
          <p:cNvPr id="7" name="Content Placeholder 2"/>
          <p:cNvSpPr>
            <a:spLocks noGrp="1"/>
          </p:cNvSpPr>
          <p:nvPr>
            <p:ph idx="1"/>
          </p:nvPr>
        </p:nvSpPr>
        <p:spPr>
          <a:xfrm>
            <a:off x="808074" y="2045814"/>
            <a:ext cx="7857460" cy="4321175"/>
          </a:xfrm>
        </p:spPr>
        <p:txBody>
          <a:bodyPr/>
          <a:lstStyle/>
          <a:p>
            <a:pPr>
              <a:lnSpc>
                <a:spcPct val="200000"/>
              </a:lnSpc>
            </a:pPr>
            <a:r>
              <a:rPr lang="ca-ES" sz="2400" dirty="0" smtClean="0">
                <a:solidFill>
                  <a:schemeClr val="tx2"/>
                </a:solidFill>
                <a:latin typeface="Khmer OS Metal Chrieng" pitchFamily="2" charset="0"/>
                <a:cs typeface="Khmer OS Metal Chrieng" pitchFamily="2" charset="0"/>
              </a:rPr>
              <a:t>PCA result’s report,</a:t>
            </a:r>
          </a:p>
          <a:p>
            <a:pPr>
              <a:lnSpc>
                <a:spcPct val="200000"/>
              </a:lnSpc>
            </a:pPr>
            <a:r>
              <a:rPr lang="ca-ES" sz="2400" dirty="0" smtClean="0">
                <a:solidFill>
                  <a:schemeClr val="tx2"/>
                </a:solidFill>
                <a:latin typeface="Khmer OS Metal Chrieng" pitchFamily="2" charset="0"/>
                <a:cs typeface="Khmer OS Metal Chrieng" pitchFamily="2" charset="0"/>
              </a:rPr>
              <a:t>Process documents for terminated the case,</a:t>
            </a:r>
          </a:p>
          <a:p>
            <a:pPr>
              <a:lnSpc>
                <a:spcPct val="200000"/>
              </a:lnSpc>
            </a:pPr>
            <a:r>
              <a:rPr lang="ca-ES" sz="2400" dirty="0" smtClean="0">
                <a:solidFill>
                  <a:schemeClr val="tx2"/>
                </a:solidFill>
                <a:latin typeface="Khmer OS Metal Chrieng" pitchFamily="2" charset="0"/>
                <a:cs typeface="Khmer OS Metal Chrieng" pitchFamily="2" charset="0"/>
              </a:rPr>
              <a:t>GDCE issues decision letter,</a:t>
            </a:r>
          </a:p>
          <a:p>
            <a:pPr>
              <a:lnSpc>
                <a:spcPct val="200000"/>
              </a:lnSpc>
            </a:pPr>
            <a:r>
              <a:rPr lang="ca-ES" sz="2400" dirty="0" smtClean="0">
                <a:solidFill>
                  <a:schemeClr val="tx2"/>
                </a:solidFill>
                <a:latin typeface="Khmer OS Metal Chrieng" pitchFamily="2" charset="0"/>
                <a:cs typeface="Khmer OS Metal Chrieng" pitchFamily="2" charset="0"/>
              </a:rPr>
              <a:t>Follow up the case</a:t>
            </a:r>
          </a:p>
          <a:p>
            <a:pPr>
              <a:lnSpc>
                <a:spcPct val="200000"/>
              </a:lnSpc>
            </a:pPr>
            <a:r>
              <a:rPr lang="ca-ES" sz="2400" dirty="0" smtClean="0">
                <a:solidFill>
                  <a:schemeClr val="tx2"/>
                </a:solidFill>
                <a:latin typeface="Khmer OS Metal Chrieng" pitchFamily="2" charset="0"/>
                <a:cs typeface="Khmer OS Metal Chrieng" pitchFamily="2" charset="0"/>
              </a:rPr>
              <a:t>TCMS Updated (Rank of Trader)</a:t>
            </a:r>
          </a:p>
        </p:txBody>
      </p:sp>
      <p:sp>
        <p:nvSpPr>
          <p:cNvPr id="8" name="Title 1"/>
          <p:cNvSpPr>
            <a:spLocks noGrp="1"/>
          </p:cNvSpPr>
          <p:nvPr>
            <p:ph type="title"/>
          </p:nvPr>
        </p:nvSpPr>
        <p:spPr>
          <a:xfrm>
            <a:off x="-404037" y="1371600"/>
            <a:ext cx="8862237" cy="838200"/>
          </a:xfrm>
        </p:spPr>
        <p:txBody>
          <a:bodyPr/>
          <a:lstStyle/>
          <a:p>
            <a:pPr marL="1314450" lvl="2" indent="-514350" algn="l" eaLnBrk="1" hangingPunct="1">
              <a:lnSpc>
                <a:spcPct val="150000"/>
              </a:lnSpc>
            </a:pPr>
            <a:r>
              <a:rPr lang="km-KH" sz="3200" b="1" kern="1200" dirty="0">
                <a:solidFill>
                  <a:schemeClr val="accent6">
                    <a:lumMod val="50000"/>
                  </a:schemeClr>
                </a:solidFill>
                <a:latin typeface="Khmer MEF2" pitchFamily="2" charset="0"/>
                <a:ea typeface="Khmer MEF2" pitchFamily="2" charset="0"/>
                <a:cs typeface="Khmer MEF2" pitchFamily="2" charset="0"/>
              </a:rPr>
              <a:t>5</a:t>
            </a:r>
            <a:r>
              <a:rPr lang="en-US" sz="3200" b="1" kern="1200" dirty="0" smtClean="0">
                <a:solidFill>
                  <a:schemeClr val="accent6">
                    <a:lumMod val="50000"/>
                  </a:schemeClr>
                </a:solidFill>
                <a:latin typeface="Khmer MEF2" pitchFamily="2" charset="0"/>
                <a:ea typeface="Khmer MEF2" pitchFamily="2" charset="0"/>
                <a:cs typeface="Khmer MEF2" pitchFamily="2" charset="0"/>
              </a:rPr>
              <a:t>-5 </a:t>
            </a:r>
            <a:r>
              <a:rPr lang="ca-ES" sz="3200" b="1" kern="1200" dirty="0" smtClean="0">
                <a:solidFill>
                  <a:schemeClr val="accent6">
                    <a:lumMod val="50000"/>
                  </a:schemeClr>
                </a:solidFill>
                <a:latin typeface="Khmer MEF2" pitchFamily="2" charset="0"/>
                <a:ea typeface="Khmer MEF2" pitchFamily="2" charset="0"/>
                <a:cs typeface="Khmer MEF2" pitchFamily="2" charset="0"/>
              </a:rPr>
              <a:t>Paper </a:t>
            </a:r>
            <a:r>
              <a:rPr lang="ca-ES" sz="3200" b="1" kern="1200" dirty="0">
                <a:solidFill>
                  <a:schemeClr val="accent6">
                    <a:lumMod val="50000"/>
                  </a:schemeClr>
                </a:solidFill>
                <a:latin typeface="Khmer MEF2" pitchFamily="2" charset="0"/>
                <a:ea typeface="Khmer MEF2" pitchFamily="2" charset="0"/>
                <a:cs typeface="Khmer MEF2" pitchFamily="2" charset="0"/>
              </a:rPr>
              <a:t>work after Audit</a:t>
            </a:r>
          </a:p>
        </p:txBody>
      </p:sp>
    </p:spTree>
    <p:extLst>
      <p:ext uri="{BB962C8B-B14F-4D97-AF65-F5344CB8AC3E}">
        <p14:creationId xmlns:p14="http://schemas.microsoft.com/office/powerpoint/2010/main" val="3934698504"/>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143000" y="3124200"/>
            <a:ext cx="6858000" cy="646113"/>
          </a:xfrm>
          <a:prstGeom prst="rect">
            <a:avLst/>
          </a:prstGeom>
          <a:noFill/>
        </p:spPr>
        <p:txBody>
          <a:bodyPr>
            <a:spAutoFit/>
          </a:bodyPr>
          <a:lstStyle/>
          <a:p>
            <a:pPr algn="ctr" fontAlgn="auto">
              <a:spcBef>
                <a:spcPts val="0"/>
              </a:spcBef>
              <a:spcAft>
                <a:spcPts val="0"/>
              </a:spcAft>
              <a:defRPr/>
            </a:pPr>
            <a:r>
              <a:rPr lang="en-US" sz="3600" b="1" dirty="0">
                <a:solidFill>
                  <a:schemeClr val="accent2">
                    <a:lumMod val="75000"/>
                  </a:schemeClr>
                </a:solidFill>
                <a:latin typeface="+mn-lt"/>
                <a:cs typeface="+mn-cs"/>
              </a:rPr>
              <a:t>Thank You for Your Attention! </a:t>
            </a:r>
          </a:p>
        </p:txBody>
      </p:sp>
      <p:sp>
        <p:nvSpPr>
          <p:cNvPr id="5" name="Slide Number Placeholder 4"/>
          <p:cNvSpPr>
            <a:spLocks noGrp="1"/>
          </p:cNvSpPr>
          <p:nvPr>
            <p:ph type="sldNum" sz="quarter" idx="12"/>
          </p:nvPr>
        </p:nvSpPr>
        <p:spPr/>
        <p:txBody>
          <a:bodyPr/>
          <a:lstStyle/>
          <a:p>
            <a:pPr>
              <a:defRPr/>
            </a:pPr>
            <a:fld id="{733DFC92-96C1-42EA-BE9A-030BB9377A78}" type="slidenum">
              <a:rPr lang="en-US"/>
              <a:pPr>
                <a:defRPr/>
              </a:pPr>
              <a:t>20</a:t>
            </a:fld>
            <a:endParaRPr lang="en-US"/>
          </a:p>
        </p:txBody>
      </p:sp>
    </p:spTree>
    <p:extLst>
      <p:ext uri="{BB962C8B-B14F-4D97-AF65-F5344CB8AC3E}">
        <p14:creationId xmlns:p14="http://schemas.microsoft.com/office/powerpoint/2010/main" val="414641557"/>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20052</TotalTime>
  <Words>1056</Words>
  <Application>Microsoft Office PowerPoint</Application>
  <PresentationFormat>On-screen Show (4:3)</PresentationFormat>
  <Paragraphs>191</Paragraphs>
  <Slides>20</Slides>
  <Notes>19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20</vt:i4>
      </vt:variant>
    </vt:vector>
  </HeadingPairs>
  <TitlesOfParts>
    <vt:vector size="32" baseType="lpstr">
      <vt:lpstr>MS PGothic</vt:lpstr>
      <vt:lpstr>PMingLiU</vt:lpstr>
      <vt:lpstr>宋体</vt:lpstr>
      <vt:lpstr>Arial</vt:lpstr>
      <vt:lpstr>Calibri</vt:lpstr>
      <vt:lpstr>Calisto MT</vt:lpstr>
      <vt:lpstr>DaunPenh</vt:lpstr>
      <vt:lpstr>Khmer MEF2</vt:lpstr>
      <vt:lpstr>Khmer OS Metal Chrieng</vt:lpstr>
      <vt:lpstr>Times New Roman</vt:lpstr>
      <vt:lpstr>Wingdings</vt:lpstr>
      <vt:lpstr>Office Theme</vt:lpstr>
      <vt:lpstr>PowerPoint Presentation</vt:lpstr>
      <vt:lpstr>Contents</vt:lpstr>
      <vt:lpstr>1. 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 Right of Auditor:</vt:lpstr>
      <vt:lpstr>A) Right of Auditor:</vt:lpstr>
      <vt:lpstr>B) Right of Auditee:</vt:lpstr>
      <vt:lpstr>PowerPoint Presentation</vt:lpstr>
      <vt:lpstr>5-1 Notification Letter</vt:lpstr>
      <vt:lpstr>PowerPoint Presentation</vt:lpstr>
      <vt:lpstr>5-3 File Audit </vt:lpstr>
      <vt:lpstr>PowerPoint Presentation</vt:lpstr>
      <vt:lpstr>5-5 Paper work after Audit</vt:lpstr>
      <vt:lpstr>PowerPoint Presentation</vt:lpstr>
    </vt:vector>
  </TitlesOfParts>
  <Company>Official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Chea Samnang</dc:creator>
  <cp:lastModifiedBy>Mr. SEM Meng</cp:lastModifiedBy>
  <cp:revision>1058</cp:revision>
  <cp:lastPrinted>2019-12-11T04:20:54Z</cp:lastPrinted>
  <dcterms:created xsi:type="dcterms:W3CDTF">2015-11-02T15:50:54Z</dcterms:created>
  <dcterms:modified xsi:type="dcterms:W3CDTF">2020-01-15T10:04:03Z</dcterms:modified>
</cp:coreProperties>
</file>